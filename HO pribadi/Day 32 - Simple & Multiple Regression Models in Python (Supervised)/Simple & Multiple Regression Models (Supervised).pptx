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3" r:id="rId6"/>
    <p:sldMasterId id="2147483670" r:id="rId7"/>
    <p:sldMasterId id="2147483679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</p:sldIdLst>
  <p:sldSz cy="5143500" cx="9144000"/>
  <p:notesSz cx="6858000" cy="9144000"/>
  <p:embeddedFontLst>
    <p:embeddedFont>
      <p:font typeface="Montserrat"/>
      <p:regular r:id="rId67"/>
      <p:bold r:id="rId68"/>
      <p:italic r:id="rId69"/>
      <p:boldItalic r:id="rId70"/>
    </p:embeddedFont>
    <p:embeddedFont>
      <p:font typeface="Poppins"/>
      <p:regular r:id="rId71"/>
      <p:bold r:id="rId72"/>
      <p:italic r:id="rId73"/>
      <p:boldItalic r:id="rId74"/>
    </p:embeddedFont>
    <p:embeddedFont>
      <p:font typeface="Poppins Medium"/>
      <p:regular r:id="rId75"/>
      <p:bold r:id="rId76"/>
      <p:italic r:id="rId77"/>
      <p:boldItalic r:id="rId78"/>
    </p:embeddedFont>
    <p:embeddedFont>
      <p:font typeface="Arial Black"/>
      <p:regular r:id="rId79"/>
    </p:embeddedFont>
    <p:embeddedFont>
      <p:font typeface="Courier Prime"/>
      <p:regular r:id="rId80"/>
      <p:bold r:id="rId81"/>
      <p:italic r:id="rId82"/>
      <p:boldItalic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84" roundtripDataSignature="AMtx7mi2FJCiEL/kYkUkVS16dCa6IhWV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8C9BB7-AF86-4865-8692-EE13FB62CA09}">
  <a:tblStyle styleId="{8A8C9BB7-AF86-4865-8692-EE13FB62CA0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7F9247D-B689-49E0-9D6C-9D3DAB10ABA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1.xml"/><Relationship Id="rId84" Type="http://customschemas.google.com/relationships/presentationmetadata" Target="metadata"/><Relationship Id="rId83" Type="http://schemas.openxmlformats.org/officeDocument/2006/relationships/font" Target="fonts/CourierPrime-boldItalic.fntdata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80" Type="http://schemas.openxmlformats.org/officeDocument/2006/relationships/font" Target="fonts/CourierPrime-regular.fntdata"/><Relationship Id="rId82" Type="http://schemas.openxmlformats.org/officeDocument/2006/relationships/font" Target="fonts/CourierPrime-italic.fntdata"/><Relationship Id="rId81" Type="http://schemas.openxmlformats.org/officeDocument/2006/relationships/font" Target="fonts/CourierPrime-bold.fntdata"/><Relationship Id="rId1" Type="http://schemas.openxmlformats.org/officeDocument/2006/relationships/theme" Target="theme/theme5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9" Type="http://schemas.openxmlformats.org/officeDocument/2006/relationships/slide" Target="slides/slide4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73" Type="http://schemas.openxmlformats.org/officeDocument/2006/relationships/font" Target="fonts/Poppins-italic.fntdata"/><Relationship Id="rId72" Type="http://schemas.openxmlformats.org/officeDocument/2006/relationships/font" Target="fonts/Poppins-bold.fntdata"/><Relationship Id="rId31" Type="http://schemas.openxmlformats.org/officeDocument/2006/relationships/slide" Target="slides/slide22.xml"/><Relationship Id="rId75" Type="http://schemas.openxmlformats.org/officeDocument/2006/relationships/font" Target="fonts/PoppinsMedium-regular.fntdata"/><Relationship Id="rId30" Type="http://schemas.openxmlformats.org/officeDocument/2006/relationships/slide" Target="slides/slide21.xml"/><Relationship Id="rId74" Type="http://schemas.openxmlformats.org/officeDocument/2006/relationships/font" Target="fonts/Poppins-boldItalic.fntdata"/><Relationship Id="rId33" Type="http://schemas.openxmlformats.org/officeDocument/2006/relationships/slide" Target="slides/slide24.xml"/><Relationship Id="rId77" Type="http://schemas.openxmlformats.org/officeDocument/2006/relationships/font" Target="fonts/PoppinsMedium-italic.fntdata"/><Relationship Id="rId32" Type="http://schemas.openxmlformats.org/officeDocument/2006/relationships/slide" Target="slides/slide23.xml"/><Relationship Id="rId76" Type="http://schemas.openxmlformats.org/officeDocument/2006/relationships/font" Target="fonts/PoppinsMedium-bold.fntdata"/><Relationship Id="rId35" Type="http://schemas.openxmlformats.org/officeDocument/2006/relationships/slide" Target="slides/slide26.xml"/><Relationship Id="rId79" Type="http://schemas.openxmlformats.org/officeDocument/2006/relationships/font" Target="fonts/ArialBlack-regular.fntdata"/><Relationship Id="rId34" Type="http://schemas.openxmlformats.org/officeDocument/2006/relationships/slide" Target="slides/slide25.xml"/><Relationship Id="rId78" Type="http://schemas.openxmlformats.org/officeDocument/2006/relationships/font" Target="fonts/PoppinsMedium-boldItalic.fntdata"/><Relationship Id="rId71" Type="http://schemas.openxmlformats.org/officeDocument/2006/relationships/font" Target="fonts/Poppins-regular.fntdata"/><Relationship Id="rId70" Type="http://schemas.openxmlformats.org/officeDocument/2006/relationships/font" Target="fonts/Montserrat-boldItalic.fntdata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62" Type="http://schemas.openxmlformats.org/officeDocument/2006/relationships/slide" Target="slides/slide53.xml"/><Relationship Id="rId61" Type="http://schemas.openxmlformats.org/officeDocument/2006/relationships/slide" Target="slides/slide52.xml"/><Relationship Id="rId20" Type="http://schemas.openxmlformats.org/officeDocument/2006/relationships/slide" Target="slides/slide11.xml"/><Relationship Id="rId64" Type="http://schemas.openxmlformats.org/officeDocument/2006/relationships/slide" Target="slides/slide55.xml"/><Relationship Id="rId63" Type="http://schemas.openxmlformats.org/officeDocument/2006/relationships/slide" Target="slides/slide54.xml"/><Relationship Id="rId22" Type="http://schemas.openxmlformats.org/officeDocument/2006/relationships/slide" Target="slides/slide13.xml"/><Relationship Id="rId66" Type="http://schemas.openxmlformats.org/officeDocument/2006/relationships/slide" Target="slides/slide57.xml"/><Relationship Id="rId21" Type="http://schemas.openxmlformats.org/officeDocument/2006/relationships/slide" Target="slides/slide12.xml"/><Relationship Id="rId65" Type="http://schemas.openxmlformats.org/officeDocument/2006/relationships/slide" Target="slides/slide56.xml"/><Relationship Id="rId24" Type="http://schemas.openxmlformats.org/officeDocument/2006/relationships/slide" Target="slides/slide15.xml"/><Relationship Id="rId68" Type="http://schemas.openxmlformats.org/officeDocument/2006/relationships/font" Target="fonts/Montserrat-bold.fntdata"/><Relationship Id="rId23" Type="http://schemas.openxmlformats.org/officeDocument/2006/relationships/slide" Target="slides/slide14.xml"/><Relationship Id="rId67" Type="http://schemas.openxmlformats.org/officeDocument/2006/relationships/font" Target="fonts/Montserrat-regular.fntdata"/><Relationship Id="rId60" Type="http://schemas.openxmlformats.org/officeDocument/2006/relationships/slide" Target="slides/slide5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69" Type="http://schemas.openxmlformats.org/officeDocument/2006/relationships/font" Target="fonts/Montserrat-italic.fntdata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11" Type="http://schemas.openxmlformats.org/officeDocument/2006/relationships/slide" Target="slides/slide2.xml"/><Relationship Id="rId55" Type="http://schemas.openxmlformats.org/officeDocument/2006/relationships/slide" Target="slides/slide46.xml"/><Relationship Id="rId10" Type="http://schemas.openxmlformats.org/officeDocument/2006/relationships/slide" Target="slides/slide1.xml"/><Relationship Id="rId54" Type="http://schemas.openxmlformats.org/officeDocument/2006/relationships/slide" Target="slides/slide45.xml"/><Relationship Id="rId13" Type="http://schemas.openxmlformats.org/officeDocument/2006/relationships/slide" Target="slides/slide4.xml"/><Relationship Id="rId57" Type="http://schemas.openxmlformats.org/officeDocument/2006/relationships/slide" Target="slides/slide48.xml"/><Relationship Id="rId12" Type="http://schemas.openxmlformats.org/officeDocument/2006/relationships/slide" Target="slides/slide3.xml"/><Relationship Id="rId56" Type="http://schemas.openxmlformats.org/officeDocument/2006/relationships/slide" Target="slides/slide47.xml"/><Relationship Id="rId15" Type="http://schemas.openxmlformats.org/officeDocument/2006/relationships/slide" Target="slides/slide6.xml"/><Relationship Id="rId59" Type="http://schemas.openxmlformats.org/officeDocument/2006/relationships/slide" Target="slides/slide50.xml"/><Relationship Id="rId14" Type="http://schemas.openxmlformats.org/officeDocument/2006/relationships/slide" Target="slides/slide5.xml"/><Relationship Id="rId58" Type="http://schemas.openxmlformats.org/officeDocument/2006/relationships/slide" Target="slides/slide4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167414c8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225" name="Google Shape;225;g3167414c82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18fe7c1c8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18fe7c1c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18fe7c1c83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255" name="Google Shape;255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266" name="Google Shape;266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280" name="Google Shape;280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167414c82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167414c82a_0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307" name="Google Shape;307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325" name="Google Shape;325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354" name="Google Shape;354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6d52a964cb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6d52a964cb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6d52a964cb_0_1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g36d52a964cb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6d52a964cb_0_1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383" name="Google Shape;383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6d52a964cb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6d52a964cb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02" name="Google Shape;402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5cea2406a7_0_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g35cea2406a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5cea2406a7_0_1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63" name="Google Shape;463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72" name="Google Shape;472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85" name="Google Shape;485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90" name="Google Shape;490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97" name="Google Shape;497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12" name="Google Shape;512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26" name="Google Shape;526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45" name="Google Shape;545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65" name="Google Shape;565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78" name="Google Shape;578;p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89" name="Google Shape;589;p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94" name="Google Shape;594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03" name="Google Shape;603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11" name="Google Shape;611;p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21" name="Google Shape;621;p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30" name="Google Shape;630;p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42" name="Google Shape;642;p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53" name="Google Shape;653;p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67" name="Google Shape;667;p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76" name="Google Shape;676;p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81" name="Google Shape;681;p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90" name="Google Shape;690;p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01" name="Google Shape;701;p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5cea2406a7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5cea2406a7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35" name="Google Shape;735;p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44" name="Google Shape;744;p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53" name="Google Shape;753;p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65" name="Google Shape;765;p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76" name="Google Shape;776;p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88" name="Google Shape;788;p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797" name="Google Shape;797;p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805" name="Google Shape;805;p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818" name="Google Shape;818;p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828" name="Google Shape;828;p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2b9b1d73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837" name="Google Shape;837;g32b9b1d738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2b9b1d738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845" name="Google Shape;845;g32b9b1d738a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2b9b1d73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853" name="Google Shape;853;g32b9b1d738a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2b9b1d738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863" name="Google Shape;863;g32b9b1d738a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870" name="Google Shape;870;p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880" name="Google Shape;880;p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891" name="Google Shape;891;p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896" name="Google Shape;896;p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7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" name="Google Shape;11;p51"/>
          <p:cNvSpPr txBox="1"/>
          <p:nvPr>
            <p:ph idx="1" type="body"/>
          </p:nvPr>
        </p:nvSpPr>
        <p:spPr>
          <a:xfrm>
            <a:off x="4565650" y="1465675"/>
            <a:ext cx="37893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48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" name="Google Shape;12;p5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51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5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4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5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7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1" name="Google Shape;21;p55"/>
          <p:cNvSpPr txBox="1"/>
          <p:nvPr>
            <p:ph idx="1" type="body"/>
          </p:nvPr>
        </p:nvSpPr>
        <p:spPr>
          <a:xfrm>
            <a:off x="4565650" y="1465675"/>
            <a:ext cx="37893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48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2" name="Google Shape;22;p5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5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55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" name="Google Shape;27;p5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" name="Google Shape;28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1" name="Google Shape;31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5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5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6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6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6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6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3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7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53"/>
          <p:cNvSpPr txBox="1"/>
          <p:nvPr>
            <p:ph idx="1" type="body"/>
          </p:nvPr>
        </p:nvSpPr>
        <p:spPr>
          <a:xfrm>
            <a:off x="4565650" y="1465675"/>
            <a:ext cx="37893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48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5" name="Google Shape;75;p5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5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53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6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1" name="Google Shape;81;p67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8"/>
          <p:cNvSpPr txBox="1"/>
          <p:nvPr>
            <p:ph type="ctrTitle"/>
          </p:nvPr>
        </p:nvSpPr>
        <p:spPr>
          <a:xfrm>
            <a:off x="685800" y="1594485"/>
            <a:ext cx="77724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68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5" name="Google Shape;85;p68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6" name="Google Shape;86;p6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68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9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7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0" name="Google Shape;90;p69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1" name="Google Shape;91;p69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6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6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4" name="Google Shape;94;p69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0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7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7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7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9" name="Google Shape;99;p70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>
  <p:cSld name="CUSTOM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175">
          <p15:clr>
            <a:srgbClr val="FA7B17"/>
          </p15:clr>
        </p15:guide>
        <p15:guide id="2" pos="576">
          <p15:clr>
            <a:srgbClr val="FA7B17"/>
          </p15:clr>
        </p15:guide>
        <p15:guide id="3" pos="809">
          <p15:clr>
            <a:srgbClr val="FA7B17"/>
          </p15:clr>
        </p15:guide>
        <p15:guide id="4" pos="1199">
          <p15:clr>
            <a:srgbClr val="FA7B17"/>
          </p15:clr>
        </p15:guide>
        <p15:guide id="5" pos="1432">
          <p15:clr>
            <a:srgbClr val="FA7B17"/>
          </p15:clr>
        </p15:guide>
        <p15:guide id="6" pos="1822">
          <p15:clr>
            <a:srgbClr val="FA7B17"/>
          </p15:clr>
        </p15:guide>
        <p15:guide id="7" pos="2055">
          <p15:clr>
            <a:srgbClr val="FA7B17"/>
          </p15:clr>
        </p15:guide>
        <p15:guide id="8" pos="2445">
          <p15:clr>
            <a:srgbClr val="FA7B17"/>
          </p15:clr>
        </p15:guide>
        <p15:guide id="9" pos="2679">
          <p15:clr>
            <a:srgbClr val="FA7B17"/>
          </p15:clr>
        </p15:guide>
        <p15:guide id="10" pos="3081">
          <p15:clr>
            <a:srgbClr val="FA7B17"/>
          </p15:clr>
        </p15:guide>
        <p15:guide id="11" pos="3315">
          <p15:clr>
            <a:srgbClr val="FA7B17"/>
          </p15:clr>
        </p15:guide>
        <p15:guide id="12" pos="3705">
          <p15:clr>
            <a:srgbClr val="FA7B17"/>
          </p15:clr>
        </p15:guide>
        <p15:guide id="13" pos="3926">
          <p15:clr>
            <a:srgbClr val="FA7B17"/>
          </p15:clr>
        </p15:guide>
        <p15:guide id="14" pos="4314">
          <p15:clr>
            <a:srgbClr val="FA7B17"/>
          </p15:clr>
        </p15:guide>
        <p15:guide id="15" pos="4561">
          <p15:clr>
            <a:srgbClr val="FA7B17"/>
          </p15:clr>
        </p15:guide>
        <p15:guide id="16" pos="4951">
          <p15:clr>
            <a:srgbClr val="FA7B17"/>
          </p15:clr>
        </p15:guide>
        <p15:guide id="17" pos="5184">
          <p15:clr>
            <a:srgbClr val="FA7B17"/>
          </p15:clr>
        </p15:guide>
        <p15:guide id="18" pos="5589">
          <p15:clr>
            <a:srgbClr val="FA7B17"/>
          </p15:clr>
        </p15:guide>
        <p15:guide id="19" orient="horz" pos="1390">
          <p15:clr>
            <a:srgbClr val="FA7B17"/>
          </p15:clr>
        </p15:guide>
        <p15:guide id="20" orient="horz" pos="1171">
          <p15:clr>
            <a:srgbClr val="FA7B17"/>
          </p15:clr>
        </p15:guide>
        <p15:guide id="21" orient="horz" pos="1044">
          <p15:clr>
            <a:srgbClr val="FA7B17"/>
          </p15:clr>
        </p15:guide>
        <p15:guide id="22" orient="horz" pos="821">
          <p15:clr>
            <a:srgbClr val="FA7B17"/>
          </p15:clr>
        </p15:guide>
        <p15:guide id="23" orient="horz" pos="697">
          <p15:clr>
            <a:srgbClr val="FA7B17"/>
          </p15:clr>
        </p15:guide>
        <p15:guide id="24" orient="horz" pos="479">
          <p15:clr>
            <a:srgbClr val="FA7B17"/>
          </p15:clr>
        </p15:guide>
        <p15:guide id="25" orient="horz" pos="351">
          <p15:clr>
            <a:srgbClr val="FA7B17"/>
          </p15:clr>
        </p15:guide>
        <p15:guide id="26" orient="horz" pos="138">
          <p15:clr>
            <a:srgbClr val="FA7B17"/>
          </p15:clr>
        </p15:guide>
        <p15:guide id="27" orient="horz" pos="1503">
          <p15:clr>
            <a:srgbClr val="FA7B17"/>
          </p15:clr>
        </p15:guide>
        <p15:guide id="28" orient="horz" pos="1737">
          <p15:clr>
            <a:srgbClr val="FA7B17"/>
          </p15:clr>
        </p15:guide>
        <p15:guide id="29" orient="horz" pos="1850">
          <p15:clr>
            <a:srgbClr val="FA7B17"/>
          </p15:clr>
        </p15:guide>
        <p15:guide id="30" orient="horz" pos="2069">
          <p15:clr>
            <a:srgbClr val="FA7B17"/>
          </p15:clr>
        </p15:guide>
        <p15:guide id="31" orient="horz" pos="2196">
          <p15:clr>
            <a:srgbClr val="FA7B17"/>
          </p15:clr>
        </p15:guide>
        <p15:guide id="32" orient="horz" pos="2419">
          <p15:clr>
            <a:srgbClr val="FA7B17"/>
          </p15:clr>
        </p15:guide>
        <p15:guide id="33" orient="horz" pos="2528">
          <p15:clr>
            <a:srgbClr val="FA7B17"/>
          </p15:clr>
        </p15:guide>
        <p15:guide id="34" orient="horz" pos="2748">
          <p15:clr>
            <a:srgbClr val="FA7B17"/>
          </p15:clr>
        </p15:guide>
        <p15:guide id="35" orient="horz" pos="2861">
          <p15:clr>
            <a:srgbClr val="FA7B17"/>
          </p15:clr>
        </p15:guide>
        <p15:guide id="36" orient="horz" pos="3102">
          <p15:clr>
            <a:srgbClr val="FA7B17"/>
          </p15:clr>
        </p15:guide>
        <p15:guide id="37" orient="horz" pos="254">
          <p15:clr>
            <a:srgbClr val="6D9EEB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67414c82a_0_165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7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9" name="Google Shape;109;g3167414c82a_0_165"/>
          <p:cNvSpPr txBox="1"/>
          <p:nvPr>
            <p:ph idx="1" type="body"/>
          </p:nvPr>
        </p:nvSpPr>
        <p:spPr>
          <a:xfrm>
            <a:off x="4565650" y="1465675"/>
            <a:ext cx="37893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48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0" name="Google Shape;110;g3167414c82a_0_16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g3167414c82a_0_16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g3167414c82a_0_165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67414c82a_0_17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g3167414c82a_0_17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6" name="Google Shape;116;g3167414c82a_0_171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67414c82a_0_175"/>
          <p:cNvSpPr txBox="1"/>
          <p:nvPr>
            <p:ph type="ctrTitle"/>
          </p:nvPr>
        </p:nvSpPr>
        <p:spPr>
          <a:xfrm>
            <a:off x="685800" y="1594485"/>
            <a:ext cx="77724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9" name="Google Shape;119;g3167414c82a_0_175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0" name="Google Shape;120;g3167414c82a_0_17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g3167414c82a_0_17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2" name="Google Shape;122;g3167414c82a_0_175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67414c82a_0_181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7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5" name="Google Shape;125;g3167414c82a_0_181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6" name="Google Shape;126;g3167414c82a_0_181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7" name="Google Shape;127;g3167414c82a_0_18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8" name="Google Shape;128;g3167414c82a_0_18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9" name="Google Shape;129;g3167414c82a_0_181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167414c82a_0_188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7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2" name="Google Shape;132;g3167414c82a_0_188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3" name="Google Shape;133;g3167414c82a_0_18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4" name="Google Shape;134;g3167414c82a_0_188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67414c82a_0_19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ontserrat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g3167414c82a_0_193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8" name="Google Shape;138;g3167414c82a_0_19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g3167414c82a_0_19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g3167414c82a_0_193"/>
          <p:cNvSpPr txBox="1"/>
          <p:nvPr>
            <p:ph idx="12" type="sldNum"/>
          </p:nvPr>
        </p:nvSpPr>
        <p:spPr>
          <a:xfrm>
            <a:off x="6457950" y="4767263"/>
            <a:ext cx="2057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67414c82a_0_199"/>
          <p:cNvSpPr txBox="1"/>
          <p:nvPr>
            <p:ph type="title"/>
          </p:nvPr>
        </p:nvSpPr>
        <p:spPr>
          <a:xfrm>
            <a:off x="2825218" y="302351"/>
            <a:ext cx="34935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800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3" name="Google Shape;143;g3167414c82a_0_199"/>
          <p:cNvSpPr txBox="1"/>
          <p:nvPr>
            <p:ph idx="1" type="body"/>
          </p:nvPr>
        </p:nvSpPr>
        <p:spPr>
          <a:xfrm>
            <a:off x="629293" y="1470901"/>
            <a:ext cx="7885500" cy="11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4" name="Google Shape;144;g3167414c82a_0_19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5" name="Google Shape;145;g3167414c82a_0_19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6" name="Google Shape;146;g3167414c82a_0_199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OBJECT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67414c82a_0_205"/>
          <p:cNvSpPr txBox="1"/>
          <p:nvPr>
            <p:ph type="ctrTitle"/>
          </p:nvPr>
        </p:nvSpPr>
        <p:spPr>
          <a:xfrm>
            <a:off x="1388296" y="707208"/>
            <a:ext cx="6367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1" i="0" sz="30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9" name="Google Shape;149;g3167414c82a_0_205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0" name="Google Shape;150;g3167414c82a_0_20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1" name="Google Shape;151;g3167414c82a_0_20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2" name="Google Shape;152;g3167414c82a_0_205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d52a964cb_0_89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ontserrat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g36d52a964cb_0_89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3" name="Google Shape;163;g36d52a964cb_0_8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g36d52a964cb_0_8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g36d52a964cb_0_8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d52a964cb_0_95"/>
          <p:cNvSpPr txBox="1"/>
          <p:nvPr>
            <p:ph type="title"/>
          </p:nvPr>
        </p:nvSpPr>
        <p:spPr>
          <a:xfrm>
            <a:off x="181942" y="159973"/>
            <a:ext cx="7886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g36d52a964cb_0_9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9" name="Google Shape;169;g36d52a964cb_0_9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0" name="Google Shape;170;g36d52a964cb_0_9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g36d52a964cb_0_9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g36d52a964cb_0_9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d52a964cb_0_102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g36d52a964cb_0_102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76" name="Google Shape;176;g36d52a964cb_0_102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7" name="Google Shape;177;g36d52a964cb_0_102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78" name="Google Shape;178;g36d52a964cb_0_102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9" name="Google Shape;179;g36d52a964cb_0_10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g36d52a964cb_0_10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g36d52a964cb_0_10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d52a964cb_0_111"/>
          <p:cNvSpPr txBox="1"/>
          <p:nvPr>
            <p:ph type="title"/>
          </p:nvPr>
        </p:nvSpPr>
        <p:spPr>
          <a:xfrm>
            <a:off x="181942" y="159973"/>
            <a:ext cx="7886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g36d52a964cb_0_1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g36d52a964cb_0_1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g36d52a964cb_0_1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d52a964cb_0_1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9" name="Google Shape;189;g36d52a964cb_0_1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g36d52a964cb_0_1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d52a964cb_0_120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g36d52a964cb_0_120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94" name="Google Shape;194;g36d52a964cb_0_120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95" name="Google Shape;195;g36d52a964cb_0_1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g36d52a964cb_0_1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7" name="Google Shape;197;g36d52a964cb_0_1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d52a964cb_0_127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0" name="Google Shape;200;g36d52a964cb_0_127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1" name="Google Shape;201;g36d52a964cb_0_127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02" name="Google Shape;202;g36d52a964cb_0_1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3" name="Google Shape;203;g36d52a964cb_0_1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4" name="Google Shape;204;g36d52a964cb_0_1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d52a964cb_0_134"/>
          <p:cNvSpPr txBox="1"/>
          <p:nvPr>
            <p:ph type="title"/>
          </p:nvPr>
        </p:nvSpPr>
        <p:spPr>
          <a:xfrm>
            <a:off x="181942" y="159973"/>
            <a:ext cx="7886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7" name="Google Shape;207;g36d52a964cb_0_13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8" name="Google Shape;208;g36d52a964cb_0_13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9" name="Google Shape;209;g36d52a964cb_0_13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0" name="Google Shape;210;g36d52a964cb_0_1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d52a964cb_0_140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3" name="Google Shape;213;g36d52a964cb_0_140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4" name="Google Shape;214;g36d52a964cb_0_14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5" name="Google Shape;215;g36d52a964cb_0_14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6" name="Google Shape;216;g36d52a964cb_0_1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d52a964cb_0_146"/>
          <p:cNvSpPr txBox="1"/>
          <p:nvPr>
            <p:ph type="title"/>
          </p:nvPr>
        </p:nvSpPr>
        <p:spPr>
          <a:xfrm>
            <a:off x="181942" y="159973"/>
            <a:ext cx="7886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9" name="Google Shape;219;g36d52a964cb_0_14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0" name="Google Shape;220;g36d52a964cb_0_14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1" name="Google Shape;221;g36d52a964cb_0_14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g36d52a964cb_0_1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5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2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52"/>
          <p:cNvSpPr txBox="1"/>
          <p:nvPr>
            <p:ph idx="1" type="body"/>
          </p:nvPr>
        </p:nvSpPr>
        <p:spPr>
          <a:xfrm>
            <a:off x="4565650" y="1465675"/>
            <a:ext cx="37893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4800" u="none" cap="none" strike="noStrike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52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5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52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 sz="7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67414c82a_0_159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g3167414c82a_0_159"/>
          <p:cNvSpPr txBox="1"/>
          <p:nvPr>
            <p:ph idx="1" type="body"/>
          </p:nvPr>
        </p:nvSpPr>
        <p:spPr>
          <a:xfrm>
            <a:off x="4565650" y="1465675"/>
            <a:ext cx="37893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4800" u="none" cap="none" strike="noStrike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g3167414c82a_0_15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g3167414c82a_0_15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g3167414c82a_0_159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 sz="7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d52a964cb_0_82"/>
          <p:cNvSpPr/>
          <p:nvPr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chemeClr val="lt1">
              <a:alpha val="8941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6d52a964cb_0_8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6" name="Google Shape;156;g36d52a964cb_0_8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7" name="Google Shape;157;g36d52a964cb_0_8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" name="Google Shape;158;g36d52a964cb_0_8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sp>
        <p:nvSpPr>
          <p:cNvPr id="159" name="Google Shape;159;g36d52a964cb_0_82"/>
          <p:cNvSpPr txBox="1"/>
          <p:nvPr>
            <p:ph type="title"/>
          </p:nvPr>
        </p:nvSpPr>
        <p:spPr>
          <a:xfrm>
            <a:off x="181942" y="159973"/>
            <a:ext cx="7886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ontserrat"/>
              <a:buNone/>
              <a:defRPr b="1" i="0" sz="3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3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0.jpg"/><Relationship Id="rId4" Type="http://schemas.openxmlformats.org/officeDocument/2006/relationships/hyperlink" Target="https://www.linkedin.com/in/arif-romadhan19/" TargetMode="External"/><Relationship Id="rId9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3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31.png"/><Relationship Id="rId5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3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27.png"/><Relationship Id="rId5" Type="http://schemas.openxmlformats.org/officeDocument/2006/relationships/image" Target="../media/image4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30.png"/><Relationship Id="rId5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Relationship Id="rId4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Relationship Id="rId4" Type="http://schemas.openxmlformats.org/officeDocument/2006/relationships/image" Target="../media/image3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Relationship Id="rId4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Relationship Id="rId4" Type="http://schemas.openxmlformats.org/officeDocument/2006/relationships/image" Target="../media/image41.png"/><Relationship Id="rId5" Type="http://schemas.openxmlformats.org/officeDocument/2006/relationships/image" Target="../media/image3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Relationship Id="rId4" Type="http://schemas.openxmlformats.org/officeDocument/2006/relationships/image" Target="../media/image43.png"/><Relationship Id="rId5" Type="http://schemas.openxmlformats.org/officeDocument/2006/relationships/image" Target="../media/image4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Relationship Id="rId4" Type="http://schemas.openxmlformats.org/officeDocument/2006/relationships/image" Target="../media/image4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Relationship Id="rId4" Type="http://schemas.openxmlformats.org/officeDocument/2006/relationships/image" Target="../media/image59.png"/><Relationship Id="rId5" Type="http://schemas.openxmlformats.org/officeDocument/2006/relationships/image" Target="../media/image4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Relationship Id="rId4" Type="http://schemas.openxmlformats.org/officeDocument/2006/relationships/image" Target="../media/image5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png"/><Relationship Id="rId4" Type="http://schemas.openxmlformats.org/officeDocument/2006/relationships/image" Target="../media/image5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png"/><Relationship Id="rId4" Type="http://schemas.openxmlformats.org/officeDocument/2006/relationships/image" Target="../media/image6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.png"/><Relationship Id="rId4" Type="http://schemas.openxmlformats.org/officeDocument/2006/relationships/image" Target="../media/image58.png"/><Relationship Id="rId5" Type="http://schemas.openxmlformats.org/officeDocument/2006/relationships/image" Target="../media/image6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.png"/><Relationship Id="rId4" Type="http://schemas.openxmlformats.org/officeDocument/2006/relationships/image" Target="../media/image59.png"/><Relationship Id="rId5" Type="http://schemas.openxmlformats.org/officeDocument/2006/relationships/image" Target="../media/image4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.png"/><Relationship Id="rId4" Type="http://schemas.openxmlformats.org/officeDocument/2006/relationships/image" Target="../media/image6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.png"/><Relationship Id="rId4" Type="http://schemas.openxmlformats.org/officeDocument/2006/relationships/image" Target="../media/image6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8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6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g3167414c82a_0_0"/>
          <p:cNvGrpSpPr/>
          <p:nvPr/>
        </p:nvGrpSpPr>
        <p:grpSpPr>
          <a:xfrm>
            <a:off x="0" y="0"/>
            <a:ext cx="3867150" cy="5143500"/>
            <a:chOff x="0" y="0"/>
            <a:chExt cx="7734300" cy="10287000"/>
          </a:xfrm>
        </p:grpSpPr>
        <p:sp>
          <p:nvSpPr>
            <p:cNvPr id="228" name="Google Shape;228;g3167414c82a_0_0"/>
            <p:cNvSpPr/>
            <p:nvPr/>
          </p:nvSpPr>
          <p:spPr>
            <a:xfrm>
              <a:off x="0" y="0"/>
              <a:ext cx="7734300" cy="10287000"/>
            </a:xfrm>
            <a:custGeom>
              <a:rect b="b" l="l" r="r" t="t"/>
              <a:pathLst>
                <a:path extrusionOk="0" h="10287000" w="7734300">
                  <a:moveTo>
                    <a:pt x="0" y="10287000"/>
                  </a:moveTo>
                  <a:lnTo>
                    <a:pt x="0" y="0"/>
                  </a:lnTo>
                  <a:lnTo>
                    <a:pt x="7734300" y="0"/>
                  </a:lnTo>
                  <a:lnTo>
                    <a:pt x="77343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g3167414c82a_0_0"/>
            <p:cNvSpPr/>
            <p:nvPr/>
          </p:nvSpPr>
          <p:spPr>
            <a:xfrm>
              <a:off x="0" y="360200"/>
              <a:ext cx="7734300" cy="9918700"/>
            </a:xfrm>
            <a:custGeom>
              <a:rect b="b" l="l" r="r" t="t"/>
              <a:pathLst>
                <a:path extrusionOk="0" h="9918700" w="7734300">
                  <a:moveTo>
                    <a:pt x="2039334" y="9918699"/>
                  </a:moveTo>
                  <a:lnTo>
                    <a:pt x="0" y="9918699"/>
                  </a:lnTo>
                  <a:lnTo>
                    <a:pt x="0" y="3492499"/>
                  </a:lnTo>
                  <a:lnTo>
                    <a:pt x="27364" y="3467099"/>
                  </a:lnTo>
                  <a:lnTo>
                    <a:pt x="79941" y="3403599"/>
                  </a:lnTo>
                  <a:lnTo>
                    <a:pt x="132963" y="3352799"/>
                  </a:lnTo>
                  <a:lnTo>
                    <a:pt x="186426" y="3289299"/>
                  </a:lnTo>
                  <a:lnTo>
                    <a:pt x="240329" y="3238499"/>
                  </a:lnTo>
                  <a:lnTo>
                    <a:pt x="294669" y="3174999"/>
                  </a:lnTo>
                  <a:lnTo>
                    <a:pt x="349443" y="3124199"/>
                  </a:lnTo>
                  <a:lnTo>
                    <a:pt x="404648" y="3060699"/>
                  </a:lnTo>
                  <a:lnTo>
                    <a:pt x="460282" y="3009899"/>
                  </a:lnTo>
                  <a:lnTo>
                    <a:pt x="516342" y="2946399"/>
                  </a:lnTo>
                  <a:lnTo>
                    <a:pt x="629729" y="2844799"/>
                  </a:lnTo>
                  <a:lnTo>
                    <a:pt x="687051" y="2781299"/>
                  </a:lnTo>
                  <a:lnTo>
                    <a:pt x="802940" y="2679699"/>
                  </a:lnTo>
                  <a:lnTo>
                    <a:pt x="979843" y="2527299"/>
                  </a:lnTo>
                  <a:lnTo>
                    <a:pt x="1039619" y="2463799"/>
                  </a:lnTo>
                  <a:lnTo>
                    <a:pt x="1221333" y="2311399"/>
                  </a:lnTo>
                  <a:lnTo>
                    <a:pt x="1282692" y="2273299"/>
                  </a:lnTo>
                  <a:lnTo>
                    <a:pt x="1344439" y="2222499"/>
                  </a:lnTo>
                  <a:lnTo>
                    <a:pt x="1595266" y="2019299"/>
                  </a:lnTo>
                  <a:lnTo>
                    <a:pt x="1658919" y="1981199"/>
                  </a:lnTo>
                  <a:lnTo>
                    <a:pt x="1787342" y="1879599"/>
                  </a:lnTo>
                  <a:lnTo>
                    <a:pt x="1852106" y="1841499"/>
                  </a:lnTo>
                  <a:lnTo>
                    <a:pt x="1917236" y="1790699"/>
                  </a:lnTo>
                  <a:lnTo>
                    <a:pt x="1982728" y="1752599"/>
                  </a:lnTo>
                  <a:lnTo>
                    <a:pt x="2048580" y="1701799"/>
                  </a:lnTo>
                  <a:lnTo>
                    <a:pt x="2181353" y="1625599"/>
                  </a:lnTo>
                  <a:lnTo>
                    <a:pt x="2248269" y="1574799"/>
                  </a:lnTo>
                  <a:lnTo>
                    <a:pt x="2383147" y="1498599"/>
                  </a:lnTo>
                  <a:lnTo>
                    <a:pt x="2451103" y="1447799"/>
                  </a:lnTo>
                  <a:lnTo>
                    <a:pt x="2726314" y="1295399"/>
                  </a:lnTo>
                  <a:lnTo>
                    <a:pt x="3220568" y="1028699"/>
                  </a:lnTo>
                  <a:lnTo>
                    <a:pt x="3292446" y="1003299"/>
                  </a:lnTo>
                  <a:lnTo>
                    <a:pt x="3437128" y="927099"/>
                  </a:lnTo>
                  <a:lnTo>
                    <a:pt x="3509927" y="901699"/>
                  </a:lnTo>
                  <a:lnTo>
                    <a:pt x="3583028" y="863599"/>
                  </a:lnTo>
                  <a:lnTo>
                    <a:pt x="3656427" y="838199"/>
                  </a:lnTo>
                  <a:lnTo>
                    <a:pt x="3730123" y="800099"/>
                  </a:lnTo>
                  <a:lnTo>
                    <a:pt x="3804113" y="774699"/>
                  </a:lnTo>
                  <a:lnTo>
                    <a:pt x="3878394" y="736599"/>
                  </a:lnTo>
                  <a:lnTo>
                    <a:pt x="4027818" y="685799"/>
                  </a:lnTo>
                  <a:lnTo>
                    <a:pt x="4102956" y="647699"/>
                  </a:lnTo>
                  <a:lnTo>
                    <a:pt x="4869328" y="393699"/>
                  </a:lnTo>
                  <a:lnTo>
                    <a:pt x="4947406" y="380999"/>
                  </a:lnTo>
                  <a:lnTo>
                    <a:pt x="5104314" y="330199"/>
                  </a:lnTo>
                  <a:lnTo>
                    <a:pt x="5183138" y="317499"/>
                  </a:lnTo>
                  <a:lnTo>
                    <a:pt x="5262205" y="292099"/>
                  </a:lnTo>
                  <a:lnTo>
                    <a:pt x="5341514" y="279399"/>
                  </a:lnTo>
                  <a:lnTo>
                    <a:pt x="5421060" y="253999"/>
                  </a:lnTo>
                  <a:lnTo>
                    <a:pt x="5500842" y="241299"/>
                  </a:lnTo>
                  <a:lnTo>
                    <a:pt x="5580857" y="215899"/>
                  </a:lnTo>
                  <a:lnTo>
                    <a:pt x="5741575" y="190499"/>
                  </a:lnTo>
                  <a:lnTo>
                    <a:pt x="5822273" y="165099"/>
                  </a:lnTo>
                  <a:lnTo>
                    <a:pt x="6393230" y="76199"/>
                  </a:lnTo>
                  <a:lnTo>
                    <a:pt x="6475632" y="76199"/>
                  </a:lnTo>
                  <a:lnTo>
                    <a:pt x="6724032" y="38099"/>
                  </a:lnTo>
                  <a:lnTo>
                    <a:pt x="6807222" y="38099"/>
                  </a:lnTo>
                  <a:lnTo>
                    <a:pt x="6890602" y="25399"/>
                  </a:lnTo>
                  <a:lnTo>
                    <a:pt x="6974170" y="25399"/>
                  </a:lnTo>
                  <a:lnTo>
                    <a:pt x="7057924" y="12699"/>
                  </a:lnTo>
                  <a:lnTo>
                    <a:pt x="7141860" y="12699"/>
                  </a:lnTo>
                  <a:lnTo>
                    <a:pt x="7225975" y="0"/>
                  </a:lnTo>
                  <a:lnTo>
                    <a:pt x="7734299" y="0"/>
                  </a:lnTo>
                  <a:lnTo>
                    <a:pt x="7734299" y="4571999"/>
                  </a:lnTo>
                  <a:lnTo>
                    <a:pt x="7541136" y="4571999"/>
                  </a:lnTo>
                  <a:lnTo>
                    <a:pt x="7493093" y="4584699"/>
                  </a:lnTo>
                  <a:lnTo>
                    <a:pt x="7301955" y="4584699"/>
                  </a:lnTo>
                  <a:lnTo>
                    <a:pt x="7254437" y="4597399"/>
                  </a:lnTo>
                  <a:lnTo>
                    <a:pt x="7159734" y="4597399"/>
                  </a:lnTo>
                  <a:lnTo>
                    <a:pt x="7112551" y="4610099"/>
                  </a:lnTo>
                  <a:lnTo>
                    <a:pt x="7065483" y="4610099"/>
                  </a:lnTo>
                  <a:lnTo>
                    <a:pt x="7018531" y="4622799"/>
                  </a:lnTo>
                  <a:lnTo>
                    <a:pt x="6971697" y="4622799"/>
                  </a:lnTo>
                  <a:lnTo>
                    <a:pt x="6924983" y="4635499"/>
                  </a:lnTo>
                  <a:lnTo>
                    <a:pt x="6878390" y="4635499"/>
                  </a:lnTo>
                  <a:lnTo>
                    <a:pt x="6831919" y="4648199"/>
                  </a:lnTo>
                  <a:lnTo>
                    <a:pt x="6785573" y="4648199"/>
                  </a:lnTo>
                  <a:lnTo>
                    <a:pt x="6693260" y="4673599"/>
                  </a:lnTo>
                  <a:lnTo>
                    <a:pt x="6647296" y="4673599"/>
                  </a:lnTo>
                  <a:lnTo>
                    <a:pt x="6510194" y="4711699"/>
                  </a:lnTo>
                  <a:lnTo>
                    <a:pt x="6464761" y="4711699"/>
                  </a:lnTo>
                  <a:lnTo>
                    <a:pt x="5843809" y="4889499"/>
                  </a:lnTo>
                  <a:lnTo>
                    <a:pt x="5800598" y="4914899"/>
                  </a:lnTo>
                  <a:lnTo>
                    <a:pt x="5671932" y="4952999"/>
                  </a:lnTo>
                  <a:lnTo>
                    <a:pt x="5629373" y="4978399"/>
                  </a:lnTo>
                  <a:lnTo>
                    <a:pt x="5544756" y="5003799"/>
                  </a:lnTo>
                  <a:lnTo>
                    <a:pt x="5502703" y="5029199"/>
                  </a:lnTo>
                  <a:lnTo>
                    <a:pt x="5460821" y="5041899"/>
                  </a:lnTo>
                  <a:lnTo>
                    <a:pt x="5419112" y="5067299"/>
                  </a:lnTo>
                  <a:lnTo>
                    <a:pt x="5377578" y="5079999"/>
                  </a:lnTo>
                  <a:lnTo>
                    <a:pt x="5336221" y="5105399"/>
                  </a:lnTo>
                  <a:lnTo>
                    <a:pt x="5295042" y="5118099"/>
                  </a:lnTo>
                  <a:lnTo>
                    <a:pt x="5254043" y="5143499"/>
                  </a:lnTo>
                  <a:lnTo>
                    <a:pt x="5213225" y="5156199"/>
                  </a:lnTo>
                  <a:lnTo>
                    <a:pt x="5132139" y="5206999"/>
                  </a:lnTo>
                  <a:lnTo>
                    <a:pt x="5091875" y="5219699"/>
                  </a:lnTo>
                  <a:lnTo>
                    <a:pt x="5011910" y="5270499"/>
                  </a:lnTo>
                  <a:lnTo>
                    <a:pt x="4972213" y="5283199"/>
                  </a:lnTo>
                  <a:lnTo>
                    <a:pt x="4854283" y="5359399"/>
                  </a:lnTo>
                  <a:lnTo>
                    <a:pt x="4815365" y="5372099"/>
                  </a:lnTo>
                  <a:lnTo>
                    <a:pt x="4623788" y="5499099"/>
                  </a:lnTo>
                  <a:lnTo>
                    <a:pt x="4437377" y="5626099"/>
                  </a:lnTo>
                  <a:lnTo>
                    <a:pt x="4292101" y="5727699"/>
                  </a:lnTo>
                  <a:lnTo>
                    <a:pt x="4220782" y="5778499"/>
                  </a:lnTo>
                  <a:lnTo>
                    <a:pt x="4185458" y="5816599"/>
                  </a:lnTo>
                  <a:lnTo>
                    <a:pt x="4080845" y="5892799"/>
                  </a:lnTo>
                  <a:lnTo>
                    <a:pt x="4046433" y="5930899"/>
                  </a:lnTo>
                  <a:lnTo>
                    <a:pt x="3978307" y="5981699"/>
                  </a:lnTo>
                  <a:lnTo>
                    <a:pt x="3944596" y="6019799"/>
                  </a:lnTo>
                  <a:lnTo>
                    <a:pt x="3877885" y="6070599"/>
                  </a:lnTo>
                  <a:lnTo>
                    <a:pt x="3844889" y="6108699"/>
                  </a:lnTo>
                  <a:lnTo>
                    <a:pt x="3812134" y="6134099"/>
                  </a:lnTo>
                  <a:lnTo>
                    <a:pt x="3779622" y="6172199"/>
                  </a:lnTo>
                  <a:lnTo>
                    <a:pt x="3747355" y="6197599"/>
                  </a:lnTo>
                  <a:lnTo>
                    <a:pt x="3715334" y="6235699"/>
                  </a:lnTo>
                  <a:lnTo>
                    <a:pt x="3683562" y="6261099"/>
                  </a:lnTo>
                  <a:lnTo>
                    <a:pt x="3652038" y="6299199"/>
                  </a:lnTo>
                  <a:lnTo>
                    <a:pt x="3620766" y="6324599"/>
                  </a:lnTo>
                  <a:lnTo>
                    <a:pt x="3589746" y="6362699"/>
                  </a:lnTo>
                  <a:lnTo>
                    <a:pt x="3558980" y="6388099"/>
                  </a:lnTo>
                  <a:lnTo>
                    <a:pt x="3528470" y="6426199"/>
                  </a:lnTo>
                  <a:lnTo>
                    <a:pt x="3498217" y="6451599"/>
                  </a:lnTo>
                  <a:lnTo>
                    <a:pt x="3468224" y="6489699"/>
                  </a:lnTo>
                  <a:lnTo>
                    <a:pt x="3438491" y="6527799"/>
                  </a:lnTo>
                  <a:lnTo>
                    <a:pt x="3409020" y="6553199"/>
                  </a:lnTo>
                  <a:lnTo>
                    <a:pt x="3379812" y="6591299"/>
                  </a:lnTo>
                  <a:lnTo>
                    <a:pt x="3350870" y="6629399"/>
                  </a:lnTo>
                  <a:lnTo>
                    <a:pt x="3322195" y="6667499"/>
                  </a:lnTo>
                  <a:lnTo>
                    <a:pt x="3293788" y="6692899"/>
                  </a:lnTo>
                  <a:lnTo>
                    <a:pt x="3265651" y="6730999"/>
                  </a:lnTo>
                  <a:lnTo>
                    <a:pt x="3237786" y="6769099"/>
                  </a:lnTo>
                  <a:lnTo>
                    <a:pt x="3210194" y="6807199"/>
                  </a:lnTo>
                  <a:lnTo>
                    <a:pt x="3182877" y="6832599"/>
                  </a:lnTo>
                  <a:lnTo>
                    <a:pt x="3155836" y="6870699"/>
                  </a:lnTo>
                  <a:lnTo>
                    <a:pt x="3129073" y="6908799"/>
                  </a:lnTo>
                  <a:lnTo>
                    <a:pt x="3102590" y="6946899"/>
                  </a:lnTo>
                  <a:lnTo>
                    <a:pt x="3076388" y="6984999"/>
                  </a:lnTo>
                  <a:lnTo>
                    <a:pt x="3050468" y="7023099"/>
                  </a:lnTo>
                  <a:lnTo>
                    <a:pt x="3024833" y="7061199"/>
                  </a:lnTo>
                  <a:lnTo>
                    <a:pt x="2999483" y="7099299"/>
                  </a:lnTo>
                  <a:lnTo>
                    <a:pt x="2974421" y="7137399"/>
                  </a:lnTo>
                  <a:lnTo>
                    <a:pt x="2949649" y="7175499"/>
                  </a:lnTo>
                  <a:lnTo>
                    <a:pt x="2925166" y="7213599"/>
                  </a:lnTo>
                  <a:lnTo>
                    <a:pt x="2900976" y="7251699"/>
                  </a:lnTo>
                  <a:lnTo>
                    <a:pt x="2877080" y="7289799"/>
                  </a:lnTo>
                  <a:lnTo>
                    <a:pt x="2853479" y="7327899"/>
                  </a:lnTo>
                  <a:lnTo>
                    <a:pt x="2830175" y="7365999"/>
                  </a:lnTo>
                  <a:lnTo>
                    <a:pt x="2807170" y="7404099"/>
                  </a:lnTo>
                  <a:lnTo>
                    <a:pt x="2784464" y="7442199"/>
                  </a:lnTo>
                  <a:lnTo>
                    <a:pt x="2762061" y="7480299"/>
                  </a:lnTo>
                  <a:lnTo>
                    <a:pt x="2739961" y="7518399"/>
                  </a:lnTo>
                  <a:lnTo>
                    <a:pt x="2718165" y="7556499"/>
                  </a:lnTo>
                  <a:lnTo>
                    <a:pt x="2696676" y="7594599"/>
                  </a:lnTo>
                  <a:lnTo>
                    <a:pt x="2675495" y="7632699"/>
                  </a:lnTo>
                  <a:lnTo>
                    <a:pt x="2654624" y="7683499"/>
                  </a:lnTo>
                  <a:lnTo>
                    <a:pt x="2634064" y="7721599"/>
                  </a:lnTo>
                  <a:lnTo>
                    <a:pt x="2613817" y="7759699"/>
                  </a:lnTo>
                  <a:lnTo>
                    <a:pt x="2593884" y="7797799"/>
                  </a:lnTo>
                  <a:lnTo>
                    <a:pt x="2574267" y="7835899"/>
                  </a:lnTo>
                  <a:lnTo>
                    <a:pt x="2554968" y="7886699"/>
                  </a:lnTo>
                  <a:lnTo>
                    <a:pt x="2535988" y="7924799"/>
                  </a:lnTo>
                  <a:lnTo>
                    <a:pt x="2517328" y="7962899"/>
                  </a:lnTo>
                  <a:lnTo>
                    <a:pt x="2498991" y="8000999"/>
                  </a:lnTo>
                  <a:lnTo>
                    <a:pt x="2480978" y="8051799"/>
                  </a:lnTo>
                  <a:lnTo>
                    <a:pt x="2463290" y="8089899"/>
                  </a:lnTo>
                  <a:lnTo>
                    <a:pt x="2445930" y="8127999"/>
                  </a:lnTo>
                  <a:lnTo>
                    <a:pt x="2428898" y="8178799"/>
                  </a:lnTo>
                  <a:lnTo>
                    <a:pt x="2412196" y="8216899"/>
                  </a:lnTo>
                  <a:lnTo>
                    <a:pt x="2395826" y="8254999"/>
                  </a:lnTo>
                  <a:lnTo>
                    <a:pt x="2379789" y="8305799"/>
                  </a:lnTo>
                  <a:lnTo>
                    <a:pt x="2364088" y="8343899"/>
                  </a:lnTo>
                  <a:lnTo>
                    <a:pt x="2348723" y="8394699"/>
                  </a:lnTo>
                  <a:lnTo>
                    <a:pt x="2333696" y="8432799"/>
                  </a:lnTo>
                  <a:lnTo>
                    <a:pt x="2319009" y="8470899"/>
                  </a:lnTo>
                  <a:lnTo>
                    <a:pt x="2304663" y="8521699"/>
                  </a:lnTo>
                  <a:lnTo>
                    <a:pt x="2290660" y="8559799"/>
                  </a:lnTo>
                  <a:lnTo>
                    <a:pt x="2277002" y="8610599"/>
                  </a:lnTo>
                  <a:lnTo>
                    <a:pt x="2263690" y="8648699"/>
                  </a:lnTo>
                  <a:lnTo>
                    <a:pt x="2250725" y="8699499"/>
                  </a:lnTo>
                  <a:lnTo>
                    <a:pt x="2238110" y="8737599"/>
                  </a:lnTo>
                  <a:lnTo>
                    <a:pt x="2225845" y="8788399"/>
                  </a:lnTo>
                  <a:lnTo>
                    <a:pt x="2213933" y="8826499"/>
                  </a:lnTo>
                  <a:lnTo>
                    <a:pt x="2202375" y="8877299"/>
                  </a:lnTo>
                  <a:lnTo>
                    <a:pt x="2191172" y="8915399"/>
                  </a:lnTo>
                  <a:lnTo>
                    <a:pt x="2180327" y="8966199"/>
                  </a:lnTo>
                  <a:lnTo>
                    <a:pt x="2169840" y="9016999"/>
                  </a:lnTo>
                  <a:lnTo>
                    <a:pt x="2159714" y="9055099"/>
                  </a:lnTo>
                  <a:lnTo>
                    <a:pt x="2149950" y="9105899"/>
                  </a:lnTo>
                  <a:lnTo>
                    <a:pt x="2140549" y="9143999"/>
                  </a:lnTo>
                  <a:lnTo>
                    <a:pt x="2131513" y="9194799"/>
                  </a:lnTo>
                  <a:lnTo>
                    <a:pt x="2122844" y="9245599"/>
                  </a:lnTo>
                  <a:lnTo>
                    <a:pt x="2114543" y="9283699"/>
                  </a:lnTo>
                  <a:lnTo>
                    <a:pt x="2106612" y="9334499"/>
                  </a:lnTo>
                  <a:lnTo>
                    <a:pt x="2099053" y="9372599"/>
                  </a:lnTo>
                  <a:lnTo>
                    <a:pt x="2091866" y="9423399"/>
                  </a:lnTo>
                  <a:lnTo>
                    <a:pt x="2085054" y="9474199"/>
                  </a:lnTo>
                  <a:lnTo>
                    <a:pt x="2078619" y="9512299"/>
                  </a:lnTo>
                  <a:lnTo>
                    <a:pt x="2072561" y="9563099"/>
                  </a:lnTo>
                  <a:lnTo>
                    <a:pt x="2066882" y="9613899"/>
                  </a:lnTo>
                  <a:lnTo>
                    <a:pt x="2061584" y="9664699"/>
                  </a:lnTo>
                  <a:lnTo>
                    <a:pt x="2056669" y="9702799"/>
                  </a:lnTo>
                  <a:lnTo>
                    <a:pt x="2052138" y="9753599"/>
                  </a:lnTo>
                  <a:lnTo>
                    <a:pt x="2047993" y="9804399"/>
                  </a:lnTo>
                  <a:lnTo>
                    <a:pt x="2044235" y="9842499"/>
                  </a:lnTo>
                  <a:lnTo>
                    <a:pt x="2040865" y="9893299"/>
                  </a:lnTo>
                  <a:lnTo>
                    <a:pt x="2039334" y="9918699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3167414c82a_0_0"/>
            <p:cNvSpPr/>
            <p:nvPr/>
          </p:nvSpPr>
          <p:spPr>
            <a:xfrm>
              <a:off x="1181100" y="3733799"/>
              <a:ext cx="6553200" cy="6553200"/>
            </a:xfrm>
            <a:custGeom>
              <a:rect b="b" l="l" r="r" t="t"/>
              <a:pathLst>
                <a:path extrusionOk="0" h="6553200" w="6553200">
                  <a:moveTo>
                    <a:pt x="2918139" y="6553183"/>
                  </a:moveTo>
                  <a:lnTo>
                    <a:pt x="0" y="6553183"/>
                  </a:lnTo>
                  <a:lnTo>
                    <a:pt x="219" y="6498946"/>
                  </a:lnTo>
                  <a:lnTo>
                    <a:pt x="877" y="6444813"/>
                  </a:lnTo>
                  <a:lnTo>
                    <a:pt x="1972" y="6390787"/>
                  </a:lnTo>
                  <a:lnTo>
                    <a:pt x="3502" y="6336868"/>
                  </a:lnTo>
                  <a:lnTo>
                    <a:pt x="5466" y="6283059"/>
                  </a:lnTo>
                  <a:lnTo>
                    <a:pt x="7860" y="6229361"/>
                  </a:lnTo>
                  <a:lnTo>
                    <a:pt x="10685" y="6175777"/>
                  </a:lnTo>
                  <a:lnTo>
                    <a:pt x="13939" y="6122306"/>
                  </a:lnTo>
                  <a:lnTo>
                    <a:pt x="17618" y="6068952"/>
                  </a:lnTo>
                  <a:lnTo>
                    <a:pt x="21723" y="6015716"/>
                  </a:lnTo>
                  <a:lnTo>
                    <a:pt x="26251" y="5962600"/>
                  </a:lnTo>
                  <a:lnTo>
                    <a:pt x="31200" y="5909605"/>
                  </a:lnTo>
                  <a:lnTo>
                    <a:pt x="36570" y="5856733"/>
                  </a:lnTo>
                  <a:lnTo>
                    <a:pt x="42357" y="5803986"/>
                  </a:lnTo>
                  <a:lnTo>
                    <a:pt x="48561" y="5751365"/>
                  </a:lnTo>
                  <a:lnTo>
                    <a:pt x="55180" y="5698872"/>
                  </a:lnTo>
                  <a:lnTo>
                    <a:pt x="62212" y="5646509"/>
                  </a:lnTo>
                  <a:lnTo>
                    <a:pt x="69655" y="5594278"/>
                  </a:lnTo>
                  <a:lnTo>
                    <a:pt x="77508" y="5542179"/>
                  </a:lnTo>
                  <a:lnTo>
                    <a:pt x="85769" y="5490216"/>
                  </a:lnTo>
                  <a:lnTo>
                    <a:pt x="94437" y="5438389"/>
                  </a:lnTo>
                  <a:lnTo>
                    <a:pt x="103509" y="5386700"/>
                  </a:lnTo>
                  <a:lnTo>
                    <a:pt x="112984" y="5335151"/>
                  </a:lnTo>
                  <a:lnTo>
                    <a:pt x="122860" y="5283744"/>
                  </a:lnTo>
                  <a:lnTo>
                    <a:pt x="133136" y="5232480"/>
                  </a:lnTo>
                  <a:lnTo>
                    <a:pt x="143810" y="5181361"/>
                  </a:lnTo>
                  <a:lnTo>
                    <a:pt x="154881" y="5130389"/>
                  </a:lnTo>
                  <a:lnTo>
                    <a:pt x="166345" y="5079565"/>
                  </a:lnTo>
                  <a:lnTo>
                    <a:pt x="178203" y="5028891"/>
                  </a:lnTo>
                  <a:lnTo>
                    <a:pt x="190452" y="4978368"/>
                  </a:lnTo>
                  <a:lnTo>
                    <a:pt x="203090" y="4927999"/>
                  </a:lnTo>
                  <a:lnTo>
                    <a:pt x="216116" y="4877785"/>
                  </a:lnTo>
                  <a:lnTo>
                    <a:pt x="229529" y="4827728"/>
                  </a:lnTo>
                  <a:lnTo>
                    <a:pt x="243325" y="4777830"/>
                  </a:lnTo>
                  <a:lnTo>
                    <a:pt x="257505" y="4728091"/>
                  </a:lnTo>
                  <a:lnTo>
                    <a:pt x="272065" y="4678515"/>
                  </a:lnTo>
                  <a:lnTo>
                    <a:pt x="287005" y="4629101"/>
                  </a:lnTo>
                  <a:lnTo>
                    <a:pt x="302323" y="4579853"/>
                  </a:lnTo>
                  <a:lnTo>
                    <a:pt x="318016" y="4530772"/>
                  </a:lnTo>
                  <a:lnTo>
                    <a:pt x="334084" y="4481860"/>
                  </a:lnTo>
                  <a:lnTo>
                    <a:pt x="350525" y="4433117"/>
                  </a:lnTo>
                  <a:lnTo>
                    <a:pt x="367336" y="4384547"/>
                  </a:lnTo>
                  <a:lnTo>
                    <a:pt x="384517" y="4336150"/>
                  </a:lnTo>
                  <a:lnTo>
                    <a:pt x="402065" y="4287929"/>
                  </a:lnTo>
                  <a:lnTo>
                    <a:pt x="419980" y="4239885"/>
                  </a:lnTo>
                  <a:lnTo>
                    <a:pt x="438258" y="4192019"/>
                  </a:lnTo>
                  <a:lnTo>
                    <a:pt x="456899" y="4144334"/>
                  </a:lnTo>
                  <a:lnTo>
                    <a:pt x="475901" y="4096830"/>
                  </a:lnTo>
                  <a:lnTo>
                    <a:pt x="495262" y="4049511"/>
                  </a:lnTo>
                  <a:lnTo>
                    <a:pt x="514980" y="4002377"/>
                  </a:lnTo>
                  <a:lnTo>
                    <a:pt x="535054" y="3955430"/>
                  </a:lnTo>
                  <a:lnTo>
                    <a:pt x="555482" y="3908672"/>
                  </a:lnTo>
                  <a:lnTo>
                    <a:pt x="576263" y="3862104"/>
                  </a:lnTo>
                  <a:lnTo>
                    <a:pt x="597394" y="3815729"/>
                  </a:lnTo>
                  <a:lnTo>
                    <a:pt x="618874" y="3769547"/>
                  </a:lnTo>
                  <a:lnTo>
                    <a:pt x="640702" y="3723561"/>
                  </a:lnTo>
                  <a:lnTo>
                    <a:pt x="662875" y="3677772"/>
                  </a:lnTo>
                  <a:lnTo>
                    <a:pt x="685393" y="3632182"/>
                  </a:lnTo>
                  <a:lnTo>
                    <a:pt x="708252" y="3586793"/>
                  </a:lnTo>
                  <a:lnTo>
                    <a:pt x="731452" y="3541606"/>
                  </a:lnTo>
                  <a:lnTo>
                    <a:pt x="754991" y="3496623"/>
                  </a:lnTo>
                  <a:lnTo>
                    <a:pt x="778868" y="3451846"/>
                  </a:lnTo>
                  <a:lnTo>
                    <a:pt x="803079" y="3407276"/>
                  </a:lnTo>
                  <a:lnTo>
                    <a:pt x="827625" y="3362915"/>
                  </a:lnTo>
                  <a:lnTo>
                    <a:pt x="852503" y="3318765"/>
                  </a:lnTo>
                  <a:lnTo>
                    <a:pt x="877711" y="3274827"/>
                  </a:lnTo>
                  <a:lnTo>
                    <a:pt x="903248" y="3231103"/>
                  </a:lnTo>
                  <a:lnTo>
                    <a:pt x="929112" y="3187595"/>
                  </a:lnTo>
                  <a:lnTo>
                    <a:pt x="955302" y="3144305"/>
                  </a:lnTo>
                  <a:lnTo>
                    <a:pt x="981815" y="3101234"/>
                  </a:lnTo>
                  <a:lnTo>
                    <a:pt x="1008650" y="3058383"/>
                  </a:lnTo>
                  <a:lnTo>
                    <a:pt x="1035806" y="3015755"/>
                  </a:lnTo>
                  <a:lnTo>
                    <a:pt x="1063280" y="2973352"/>
                  </a:lnTo>
                  <a:lnTo>
                    <a:pt x="1091072" y="2931174"/>
                  </a:lnTo>
                  <a:lnTo>
                    <a:pt x="1119178" y="2889224"/>
                  </a:lnTo>
                  <a:lnTo>
                    <a:pt x="1147599" y="2847503"/>
                  </a:lnTo>
                  <a:lnTo>
                    <a:pt x="1176331" y="2806013"/>
                  </a:lnTo>
                  <a:lnTo>
                    <a:pt x="1205373" y="2764756"/>
                  </a:lnTo>
                  <a:lnTo>
                    <a:pt x="1234724" y="2723733"/>
                  </a:lnTo>
                  <a:lnTo>
                    <a:pt x="1264382" y="2682946"/>
                  </a:lnTo>
                  <a:lnTo>
                    <a:pt x="1294345" y="2642397"/>
                  </a:lnTo>
                  <a:lnTo>
                    <a:pt x="1324611" y="2602087"/>
                  </a:lnTo>
                  <a:lnTo>
                    <a:pt x="1355179" y="2562019"/>
                  </a:lnTo>
                  <a:lnTo>
                    <a:pt x="1386048" y="2522193"/>
                  </a:lnTo>
                  <a:lnTo>
                    <a:pt x="1417214" y="2482611"/>
                  </a:lnTo>
                  <a:lnTo>
                    <a:pt x="1448678" y="2443276"/>
                  </a:lnTo>
                  <a:lnTo>
                    <a:pt x="1480437" y="2404189"/>
                  </a:lnTo>
                  <a:lnTo>
                    <a:pt x="1512488" y="2365351"/>
                  </a:lnTo>
                  <a:lnTo>
                    <a:pt x="1544832" y="2326764"/>
                  </a:lnTo>
                  <a:lnTo>
                    <a:pt x="1577466" y="2288430"/>
                  </a:lnTo>
                  <a:lnTo>
                    <a:pt x="1610388" y="2250351"/>
                  </a:lnTo>
                  <a:lnTo>
                    <a:pt x="1643596" y="2212528"/>
                  </a:lnTo>
                  <a:lnTo>
                    <a:pt x="1677090" y="2174963"/>
                  </a:lnTo>
                  <a:lnTo>
                    <a:pt x="1710866" y="2137658"/>
                  </a:lnTo>
                  <a:lnTo>
                    <a:pt x="1744925" y="2100614"/>
                  </a:lnTo>
                  <a:lnTo>
                    <a:pt x="1779263" y="2063833"/>
                  </a:lnTo>
                  <a:lnTo>
                    <a:pt x="1813879" y="2027316"/>
                  </a:lnTo>
                  <a:lnTo>
                    <a:pt x="1848772" y="1991066"/>
                  </a:lnTo>
                  <a:lnTo>
                    <a:pt x="1883940" y="1955084"/>
                  </a:lnTo>
                  <a:lnTo>
                    <a:pt x="1919381" y="1919372"/>
                  </a:lnTo>
                  <a:lnTo>
                    <a:pt x="1955093" y="1883932"/>
                  </a:lnTo>
                  <a:lnTo>
                    <a:pt x="1991075" y="1848764"/>
                  </a:lnTo>
                  <a:lnTo>
                    <a:pt x="2027325" y="1813871"/>
                  </a:lnTo>
                  <a:lnTo>
                    <a:pt x="2063841" y="1779255"/>
                  </a:lnTo>
                  <a:lnTo>
                    <a:pt x="2100622" y="1744917"/>
                  </a:lnTo>
                  <a:lnTo>
                    <a:pt x="2137667" y="1710859"/>
                  </a:lnTo>
                  <a:lnTo>
                    <a:pt x="2174972" y="1677082"/>
                  </a:lnTo>
                  <a:lnTo>
                    <a:pt x="2212537" y="1643589"/>
                  </a:lnTo>
                  <a:lnTo>
                    <a:pt x="2250360" y="1610381"/>
                  </a:lnTo>
                  <a:lnTo>
                    <a:pt x="2288440" y="1577459"/>
                  </a:lnTo>
                  <a:lnTo>
                    <a:pt x="2326774" y="1544825"/>
                  </a:lnTo>
                  <a:lnTo>
                    <a:pt x="2365360" y="1512482"/>
                  </a:lnTo>
                  <a:lnTo>
                    <a:pt x="2404199" y="1480430"/>
                  </a:lnTo>
                  <a:lnTo>
                    <a:pt x="2443286" y="1448671"/>
                  </a:lnTo>
                  <a:lnTo>
                    <a:pt x="2482621" y="1417208"/>
                  </a:lnTo>
                  <a:lnTo>
                    <a:pt x="2522203" y="1386041"/>
                  </a:lnTo>
                  <a:lnTo>
                    <a:pt x="2562029" y="1355173"/>
                  </a:lnTo>
                  <a:lnTo>
                    <a:pt x="2602098" y="1324605"/>
                  </a:lnTo>
                  <a:lnTo>
                    <a:pt x="2642408" y="1294339"/>
                  </a:lnTo>
                  <a:lnTo>
                    <a:pt x="2682957" y="1264376"/>
                  </a:lnTo>
                  <a:lnTo>
                    <a:pt x="2723744" y="1234718"/>
                  </a:lnTo>
                  <a:lnTo>
                    <a:pt x="2764767" y="1205368"/>
                  </a:lnTo>
                  <a:lnTo>
                    <a:pt x="2806024" y="1176325"/>
                  </a:lnTo>
                  <a:lnTo>
                    <a:pt x="2847514" y="1147593"/>
                  </a:lnTo>
                  <a:lnTo>
                    <a:pt x="2889235" y="1119173"/>
                  </a:lnTo>
                  <a:lnTo>
                    <a:pt x="2931185" y="1091067"/>
                  </a:lnTo>
                  <a:lnTo>
                    <a:pt x="2973363" y="1063275"/>
                  </a:lnTo>
                  <a:lnTo>
                    <a:pt x="3015767" y="1035801"/>
                  </a:lnTo>
                  <a:lnTo>
                    <a:pt x="3058395" y="1008646"/>
                  </a:lnTo>
                  <a:lnTo>
                    <a:pt x="3101245" y="981811"/>
                  </a:lnTo>
                  <a:lnTo>
                    <a:pt x="3144317" y="955297"/>
                  </a:lnTo>
                  <a:lnTo>
                    <a:pt x="3187607" y="929108"/>
                  </a:lnTo>
                  <a:lnTo>
                    <a:pt x="3231115" y="903244"/>
                  </a:lnTo>
                  <a:lnTo>
                    <a:pt x="3274839" y="877707"/>
                  </a:lnTo>
                  <a:lnTo>
                    <a:pt x="3318777" y="852499"/>
                  </a:lnTo>
                  <a:lnTo>
                    <a:pt x="3362927" y="827621"/>
                  </a:lnTo>
                  <a:lnTo>
                    <a:pt x="3407288" y="803076"/>
                  </a:lnTo>
                  <a:lnTo>
                    <a:pt x="3451858" y="778864"/>
                  </a:lnTo>
                  <a:lnTo>
                    <a:pt x="3496636" y="754988"/>
                  </a:lnTo>
                  <a:lnTo>
                    <a:pt x="3541619" y="731449"/>
                  </a:lnTo>
                  <a:lnTo>
                    <a:pt x="3586806" y="708249"/>
                  </a:lnTo>
                  <a:lnTo>
                    <a:pt x="3632195" y="685389"/>
                  </a:lnTo>
                  <a:lnTo>
                    <a:pt x="3677785" y="662872"/>
                  </a:lnTo>
                  <a:lnTo>
                    <a:pt x="3723574" y="640699"/>
                  </a:lnTo>
                  <a:lnTo>
                    <a:pt x="3769560" y="618871"/>
                  </a:lnTo>
                  <a:lnTo>
                    <a:pt x="3815742" y="597391"/>
                  </a:lnTo>
                  <a:lnTo>
                    <a:pt x="3862118" y="576260"/>
                  </a:lnTo>
                  <a:lnTo>
                    <a:pt x="3908685" y="555479"/>
                  </a:lnTo>
                  <a:lnTo>
                    <a:pt x="3955444" y="535051"/>
                  </a:lnTo>
                  <a:lnTo>
                    <a:pt x="4002391" y="514977"/>
                  </a:lnTo>
                  <a:lnTo>
                    <a:pt x="4049525" y="495259"/>
                  </a:lnTo>
                  <a:lnTo>
                    <a:pt x="4096844" y="475898"/>
                  </a:lnTo>
                  <a:lnTo>
                    <a:pt x="4144348" y="456897"/>
                  </a:lnTo>
                  <a:lnTo>
                    <a:pt x="4192033" y="438256"/>
                  </a:lnTo>
                  <a:lnTo>
                    <a:pt x="4239899" y="419977"/>
                  </a:lnTo>
                  <a:lnTo>
                    <a:pt x="4287943" y="402063"/>
                  </a:lnTo>
                  <a:lnTo>
                    <a:pt x="4336165" y="384515"/>
                  </a:lnTo>
                  <a:lnTo>
                    <a:pt x="4384562" y="367334"/>
                  </a:lnTo>
                  <a:lnTo>
                    <a:pt x="4433132" y="350523"/>
                  </a:lnTo>
                  <a:lnTo>
                    <a:pt x="4481874" y="334083"/>
                  </a:lnTo>
                  <a:lnTo>
                    <a:pt x="4530787" y="318015"/>
                  </a:lnTo>
                  <a:lnTo>
                    <a:pt x="4579868" y="302321"/>
                  </a:lnTo>
                  <a:lnTo>
                    <a:pt x="4629116" y="287004"/>
                  </a:lnTo>
                  <a:lnTo>
                    <a:pt x="4678529" y="272064"/>
                  </a:lnTo>
                  <a:lnTo>
                    <a:pt x="4728106" y="257503"/>
                  </a:lnTo>
                  <a:lnTo>
                    <a:pt x="4777845" y="243324"/>
                  </a:lnTo>
                  <a:lnTo>
                    <a:pt x="4827744" y="229527"/>
                  </a:lnTo>
                  <a:lnTo>
                    <a:pt x="4877801" y="216115"/>
                  </a:lnTo>
                  <a:lnTo>
                    <a:pt x="4928015" y="203089"/>
                  </a:lnTo>
                  <a:lnTo>
                    <a:pt x="4978384" y="190451"/>
                  </a:lnTo>
                  <a:lnTo>
                    <a:pt x="5028906" y="178202"/>
                  </a:lnTo>
                  <a:lnTo>
                    <a:pt x="5079580" y="166345"/>
                  </a:lnTo>
                  <a:lnTo>
                    <a:pt x="5130404" y="154880"/>
                  </a:lnTo>
                  <a:lnTo>
                    <a:pt x="5181377" y="143810"/>
                  </a:lnTo>
                  <a:lnTo>
                    <a:pt x="5232496" y="133136"/>
                  </a:lnTo>
                  <a:lnTo>
                    <a:pt x="5283760" y="122860"/>
                  </a:lnTo>
                  <a:lnTo>
                    <a:pt x="5335167" y="112983"/>
                  </a:lnTo>
                  <a:lnTo>
                    <a:pt x="5386716" y="103508"/>
                  </a:lnTo>
                  <a:lnTo>
                    <a:pt x="5438405" y="94436"/>
                  </a:lnTo>
                  <a:lnTo>
                    <a:pt x="5490232" y="85769"/>
                  </a:lnTo>
                  <a:lnTo>
                    <a:pt x="5542195" y="77508"/>
                  </a:lnTo>
                  <a:lnTo>
                    <a:pt x="5594294" y="69655"/>
                  </a:lnTo>
                  <a:lnTo>
                    <a:pt x="5646525" y="62212"/>
                  </a:lnTo>
                  <a:lnTo>
                    <a:pt x="5698888" y="55180"/>
                  </a:lnTo>
                  <a:lnTo>
                    <a:pt x="5751381" y="48561"/>
                  </a:lnTo>
                  <a:lnTo>
                    <a:pt x="5804002" y="42357"/>
                  </a:lnTo>
                  <a:lnTo>
                    <a:pt x="5856749" y="36570"/>
                  </a:lnTo>
                  <a:lnTo>
                    <a:pt x="5909621" y="31200"/>
                  </a:lnTo>
                  <a:lnTo>
                    <a:pt x="5962616" y="26251"/>
                  </a:lnTo>
                  <a:lnTo>
                    <a:pt x="6015733" y="21723"/>
                  </a:lnTo>
                  <a:lnTo>
                    <a:pt x="6068969" y="17618"/>
                  </a:lnTo>
                  <a:lnTo>
                    <a:pt x="6122323" y="13938"/>
                  </a:lnTo>
                  <a:lnTo>
                    <a:pt x="6175793" y="10685"/>
                  </a:lnTo>
                  <a:lnTo>
                    <a:pt x="6229378" y="7860"/>
                  </a:lnTo>
                  <a:lnTo>
                    <a:pt x="6283076" y="5465"/>
                  </a:lnTo>
                  <a:lnTo>
                    <a:pt x="6336885" y="3502"/>
                  </a:lnTo>
                  <a:lnTo>
                    <a:pt x="6390803" y="1972"/>
                  </a:lnTo>
                  <a:lnTo>
                    <a:pt x="6444830" y="877"/>
                  </a:lnTo>
                  <a:lnTo>
                    <a:pt x="6498962" y="219"/>
                  </a:lnTo>
                  <a:lnTo>
                    <a:pt x="6553199" y="0"/>
                  </a:lnTo>
                  <a:lnTo>
                    <a:pt x="6553199" y="2918107"/>
                  </a:lnTo>
                  <a:lnTo>
                    <a:pt x="6504704" y="2918423"/>
                  </a:lnTo>
                  <a:lnTo>
                    <a:pt x="6456361" y="2919372"/>
                  </a:lnTo>
                  <a:lnTo>
                    <a:pt x="6408173" y="2920947"/>
                  </a:lnTo>
                  <a:lnTo>
                    <a:pt x="6360146" y="2923145"/>
                  </a:lnTo>
                  <a:lnTo>
                    <a:pt x="6312283" y="2925963"/>
                  </a:lnTo>
                  <a:lnTo>
                    <a:pt x="6264588" y="2929397"/>
                  </a:lnTo>
                  <a:lnTo>
                    <a:pt x="6217065" y="2933442"/>
                  </a:lnTo>
                  <a:lnTo>
                    <a:pt x="6169718" y="2938094"/>
                  </a:lnTo>
                  <a:lnTo>
                    <a:pt x="6122550" y="2943350"/>
                  </a:lnTo>
                  <a:lnTo>
                    <a:pt x="6075566" y="2949206"/>
                  </a:lnTo>
                  <a:lnTo>
                    <a:pt x="6028770" y="2955658"/>
                  </a:lnTo>
                  <a:lnTo>
                    <a:pt x="5982165" y="2962702"/>
                  </a:lnTo>
                  <a:lnTo>
                    <a:pt x="5935755" y="2970333"/>
                  </a:lnTo>
                  <a:lnTo>
                    <a:pt x="5889545" y="2978549"/>
                  </a:lnTo>
                  <a:lnTo>
                    <a:pt x="5843538" y="2987345"/>
                  </a:lnTo>
                  <a:lnTo>
                    <a:pt x="5797739" y="2996717"/>
                  </a:lnTo>
                  <a:lnTo>
                    <a:pt x="5752150" y="3006661"/>
                  </a:lnTo>
                  <a:lnTo>
                    <a:pt x="5706777" y="3017173"/>
                  </a:lnTo>
                  <a:lnTo>
                    <a:pt x="5661622" y="3028250"/>
                  </a:lnTo>
                  <a:lnTo>
                    <a:pt x="5616690" y="3039888"/>
                  </a:lnTo>
                  <a:lnTo>
                    <a:pt x="5571986" y="3052082"/>
                  </a:lnTo>
                  <a:lnTo>
                    <a:pt x="5527512" y="3064829"/>
                  </a:lnTo>
                  <a:lnTo>
                    <a:pt x="5483272" y="3078124"/>
                  </a:lnTo>
                  <a:lnTo>
                    <a:pt x="5439271" y="3091964"/>
                  </a:lnTo>
                  <a:lnTo>
                    <a:pt x="5395513" y="3106345"/>
                  </a:lnTo>
                  <a:lnTo>
                    <a:pt x="5352001" y="3121263"/>
                  </a:lnTo>
                  <a:lnTo>
                    <a:pt x="5308740" y="3136714"/>
                  </a:lnTo>
                  <a:lnTo>
                    <a:pt x="5265733" y="3152694"/>
                  </a:lnTo>
                  <a:lnTo>
                    <a:pt x="5222984" y="3169200"/>
                  </a:lnTo>
                  <a:lnTo>
                    <a:pt x="5180497" y="3186226"/>
                  </a:lnTo>
                  <a:lnTo>
                    <a:pt x="5138276" y="3203770"/>
                  </a:lnTo>
                  <a:lnTo>
                    <a:pt x="5096326" y="3221827"/>
                  </a:lnTo>
                  <a:lnTo>
                    <a:pt x="5054649" y="3240394"/>
                  </a:lnTo>
                  <a:lnTo>
                    <a:pt x="5013250" y="3259466"/>
                  </a:lnTo>
                  <a:lnTo>
                    <a:pt x="4972133" y="3279040"/>
                  </a:lnTo>
                  <a:lnTo>
                    <a:pt x="4931302" y="3299112"/>
                  </a:lnTo>
                  <a:lnTo>
                    <a:pt x="4890760" y="3319677"/>
                  </a:lnTo>
                  <a:lnTo>
                    <a:pt x="4850512" y="3340732"/>
                  </a:lnTo>
                  <a:lnTo>
                    <a:pt x="4810561" y="3362273"/>
                  </a:lnTo>
                  <a:lnTo>
                    <a:pt x="4770912" y="3384296"/>
                  </a:lnTo>
                  <a:lnTo>
                    <a:pt x="4731568" y="3406797"/>
                  </a:lnTo>
                  <a:lnTo>
                    <a:pt x="4692533" y="3429772"/>
                  </a:lnTo>
                  <a:lnTo>
                    <a:pt x="4653812" y="3453218"/>
                  </a:lnTo>
                  <a:lnTo>
                    <a:pt x="4615407" y="3477129"/>
                  </a:lnTo>
                  <a:lnTo>
                    <a:pt x="4577324" y="3501503"/>
                  </a:lnTo>
                  <a:lnTo>
                    <a:pt x="4539566" y="3526336"/>
                  </a:lnTo>
                  <a:lnTo>
                    <a:pt x="4502136" y="3551623"/>
                  </a:lnTo>
                  <a:lnTo>
                    <a:pt x="4465039" y="3577360"/>
                  </a:lnTo>
                  <a:lnTo>
                    <a:pt x="4428279" y="3603545"/>
                  </a:lnTo>
                  <a:lnTo>
                    <a:pt x="4391860" y="3630171"/>
                  </a:lnTo>
                  <a:lnTo>
                    <a:pt x="4355786" y="3657237"/>
                  </a:lnTo>
                  <a:lnTo>
                    <a:pt x="4320059" y="3684738"/>
                  </a:lnTo>
                  <a:lnTo>
                    <a:pt x="4284686" y="3712669"/>
                  </a:lnTo>
                  <a:lnTo>
                    <a:pt x="4249668" y="3741028"/>
                  </a:lnTo>
                  <a:lnTo>
                    <a:pt x="4215011" y="3769810"/>
                  </a:lnTo>
                  <a:lnTo>
                    <a:pt x="4180718" y="3799011"/>
                  </a:lnTo>
                  <a:lnTo>
                    <a:pt x="4146794" y="3828627"/>
                  </a:lnTo>
                  <a:lnTo>
                    <a:pt x="4113241" y="3858654"/>
                  </a:lnTo>
                  <a:lnTo>
                    <a:pt x="4080064" y="3889089"/>
                  </a:lnTo>
                  <a:lnTo>
                    <a:pt x="4047268" y="3919927"/>
                  </a:lnTo>
                  <a:lnTo>
                    <a:pt x="4014855" y="3951165"/>
                  </a:lnTo>
                  <a:lnTo>
                    <a:pt x="3982830" y="3982799"/>
                  </a:lnTo>
                  <a:lnTo>
                    <a:pt x="3951196" y="4014824"/>
                  </a:lnTo>
                  <a:lnTo>
                    <a:pt x="3919958" y="4047237"/>
                  </a:lnTo>
                  <a:lnTo>
                    <a:pt x="3889120" y="4080034"/>
                  </a:lnTo>
                  <a:lnTo>
                    <a:pt x="3858685" y="4113211"/>
                  </a:lnTo>
                  <a:lnTo>
                    <a:pt x="3828658" y="4146763"/>
                  </a:lnTo>
                  <a:lnTo>
                    <a:pt x="3799042" y="4180688"/>
                  </a:lnTo>
                  <a:lnTo>
                    <a:pt x="3769841" y="4214981"/>
                  </a:lnTo>
                  <a:lnTo>
                    <a:pt x="3741059" y="4249638"/>
                  </a:lnTo>
                  <a:lnTo>
                    <a:pt x="3712701" y="4284656"/>
                  </a:lnTo>
                  <a:lnTo>
                    <a:pt x="3684769" y="4320030"/>
                  </a:lnTo>
                  <a:lnTo>
                    <a:pt x="3657269" y="4355756"/>
                  </a:lnTo>
                  <a:lnTo>
                    <a:pt x="3630203" y="4391831"/>
                  </a:lnTo>
                  <a:lnTo>
                    <a:pt x="3603576" y="4428250"/>
                  </a:lnTo>
                  <a:lnTo>
                    <a:pt x="3577392" y="4465010"/>
                  </a:lnTo>
                  <a:lnTo>
                    <a:pt x="3551655" y="4502107"/>
                  </a:lnTo>
                  <a:lnTo>
                    <a:pt x="3526368" y="4539537"/>
                  </a:lnTo>
                  <a:lnTo>
                    <a:pt x="3501535" y="4577295"/>
                  </a:lnTo>
                  <a:lnTo>
                    <a:pt x="3477161" y="4615379"/>
                  </a:lnTo>
                  <a:lnTo>
                    <a:pt x="3453250" y="4653784"/>
                  </a:lnTo>
                  <a:lnTo>
                    <a:pt x="3429804" y="4692505"/>
                  </a:lnTo>
                  <a:lnTo>
                    <a:pt x="3406829" y="4731540"/>
                  </a:lnTo>
                  <a:lnTo>
                    <a:pt x="3384328" y="4770884"/>
                  </a:lnTo>
                  <a:lnTo>
                    <a:pt x="3362305" y="4810534"/>
                  </a:lnTo>
                  <a:lnTo>
                    <a:pt x="3340764" y="4850485"/>
                  </a:lnTo>
                  <a:lnTo>
                    <a:pt x="3319709" y="4890733"/>
                  </a:lnTo>
                  <a:lnTo>
                    <a:pt x="3299144" y="4931275"/>
                  </a:lnTo>
                  <a:lnTo>
                    <a:pt x="3279072" y="4972106"/>
                  </a:lnTo>
                  <a:lnTo>
                    <a:pt x="3259499" y="5013224"/>
                  </a:lnTo>
                  <a:lnTo>
                    <a:pt x="3240426" y="5054623"/>
                  </a:lnTo>
                  <a:lnTo>
                    <a:pt x="3221860" y="5096300"/>
                  </a:lnTo>
                  <a:lnTo>
                    <a:pt x="3203803" y="5138251"/>
                  </a:lnTo>
                  <a:lnTo>
                    <a:pt x="3186259" y="5180471"/>
                  </a:lnTo>
                  <a:lnTo>
                    <a:pt x="3169232" y="5222958"/>
                  </a:lnTo>
                  <a:lnTo>
                    <a:pt x="3152727" y="5265708"/>
                  </a:lnTo>
                  <a:lnTo>
                    <a:pt x="3136747" y="5308715"/>
                  </a:lnTo>
                  <a:lnTo>
                    <a:pt x="3121296" y="5351977"/>
                  </a:lnTo>
                  <a:lnTo>
                    <a:pt x="3106378" y="5395489"/>
                  </a:lnTo>
                  <a:lnTo>
                    <a:pt x="3091997" y="5439247"/>
                  </a:lnTo>
                  <a:lnTo>
                    <a:pt x="3078157" y="5483248"/>
                  </a:lnTo>
                  <a:lnTo>
                    <a:pt x="3064861" y="5527488"/>
                  </a:lnTo>
                  <a:lnTo>
                    <a:pt x="3052115" y="5571962"/>
                  </a:lnTo>
                  <a:lnTo>
                    <a:pt x="3039921" y="5616667"/>
                  </a:lnTo>
                  <a:lnTo>
                    <a:pt x="3028283" y="5661599"/>
                  </a:lnTo>
                  <a:lnTo>
                    <a:pt x="3017206" y="5706754"/>
                  </a:lnTo>
                  <a:lnTo>
                    <a:pt x="3006693" y="5752128"/>
                  </a:lnTo>
                  <a:lnTo>
                    <a:pt x="2996749" y="5797717"/>
                  </a:lnTo>
                  <a:lnTo>
                    <a:pt x="2987377" y="5843517"/>
                  </a:lnTo>
                  <a:lnTo>
                    <a:pt x="2978582" y="5889524"/>
                  </a:lnTo>
                  <a:lnTo>
                    <a:pt x="2970366" y="5935734"/>
                  </a:lnTo>
                  <a:lnTo>
                    <a:pt x="2962734" y="5982144"/>
                  </a:lnTo>
                  <a:lnTo>
                    <a:pt x="2955691" y="6028749"/>
                  </a:lnTo>
                  <a:lnTo>
                    <a:pt x="2949239" y="6075546"/>
                  </a:lnTo>
                  <a:lnTo>
                    <a:pt x="2943383" y="6122531"/>
                  </a:lnTo>
                  <a:lnTo>
                    <a:pt x="2938127" y="6169699"/>
                  </a:lnTo>
                  <a:lnTo>
                    <a:pt x="2933474" y="6217046"/>
                  </a:lnTo>
                  <a:lnTo>
                    <a:pt x="2929429" y="6264570"/>
                  </a:lnTo>
                  <a:lnTo>
                    <a:pt x="2925996" y="6312265"/>
                  </a:lnTo>
                  <a:lnTo>
                    <a:pt x="2923178" y="6360129"/>
                  </a:lnTo>
                  <a:lnTo>
                    <a:pt x="2920980" y="6408156"/>
                  </a:lnTo>
                  <a:lnTo>
                    <a:pt x="2919404" y="6456343"/>
                  </a:lnTo>
                  <a:lnTo>
                    <a:pt x="2918456" y="6504687"/>
                  </a:lnTo>
                  <a:lnTo>
                    <a:pt x="2918139" y="6553183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1" name="Google Shape;231;g3167414c82a_0_0"/>
          <p:cNvSpPr txBox="1"/>
          <p:nvPr>
            <p:ph type="title"/>
          </p:nvPr>
        </p:nvSpPr>
        <p:spPr>
          <a:xfrm>
            <a:off x="4565650" y="798925"/>
            <a:ext cx="36435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4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2" name="Google Shape;232;g3167414c82a_0_0"/>
          <p:cNvSpPr txBox="1"/>
          <p:nvPr>
            <p:ph idx="1" type="body"/>
          </p:nvPr>
        </p:nvSpPr>
        <p:spPr>
          <a:xfrm>
            <a:off x="4222725" y="658950"/>
            <a:ext cx="4829400" cy="3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50">
            <a:noAutofit/>
          </a:bodyPr>
          <a:lstStyle/>
          <a:p>
            <a:pPr indent="0" lvl="0" marL="1270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400"/>
              <a:t>Bootcamp</a:t>
            </a:r>
            <a:endParaRPr sz="4400"/>
          </a:p>
          <a:p>
            <a:pPr indent="0" lvl="0" marL="12700" marR="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400"/>
              <a:t>Dibimbing.id</a:t>
            </a:r>
            <a:endParaRPr sz="4400"/>
          </a:p>
          <a:p>
            <a:pPr indent="0" lvl="0" marL="0" marR="55880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b="0" sz="27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55880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b="0" lang="id" sz="3900">
                <a:latin typeface="Trebuchet MS"/>
                <a:ea typeface="Trebuchet MS"/>
                <a:cs typeface="Trebuchet MS"/>
                <a:sym typeface="Trebuchet MS"/>
              </a:rPr>
              <a:t>Simple &amp; Multiple Regression Models (Supervised)</a:t>
            </a:r>
            <a:endParaRPr sz="3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3" name="Google Shape;233;g3167414c82a_0_0"/>
          <p:cNvSpPr/>
          <p:nvPr/>
        </p:nvSpPr>
        <p:spPr>
          <a:xfrm>
            <a:off x="8209056" y="54566"/>
            <a:ext cx="843000" cy="81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167414c82a_0_0"/>
          <p:cNvSpPr txBox="1"/>
          <p:nvPr/>
        </p:nvSpPr>
        <p:spPr>
          <a:xfrm>
            <a:off x="-827775" y="608450"/>
            <a:ext cx="4075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g318fe7c1c83_0_0"/>
          <p:cNvPicPr preferRelativeResize="0"/>
          <p:nvPr/>
        </p:nvPicPr>
        <p:blipFill rotWithShape="1">
          <a:blip r:embed="rId3">
            <a:alphaModFix/>
          </a:blip>
          <a:srcRect b="0" l="14887" r="14887" t="0"/>
          <a:stretch/>
        </p:blipFill>
        <p:spPr>
          <a:xfrm>
            <a:off x="951413" y="1375896"/>
            <a:ext cx="1443000" cy="1541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1" name="Google Shape;241;g318fe7c1c83_0_0"/>
          <p:cNvSpPr/>
          <p:nvPr/>
        </p:nvSpPr>
        <p:spPr>
          <a:xfrm>
            <a:off x="875227" y="3200400"/>
            <a:ext cx="183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Arif Romadhan</a:t>
            </a:r>
            <a:endParaRPr b="1" i="0" sz="14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g318fe7c1c83_0_0"/>
          <p:cNvSpPr/>
          <p:nvPr/>
        </p:nvSpPr>
        <p:spPr>
          <a:xfrm>
            <a:off x="120950" y="4155275"/>
            <a:ext cx="40362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id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Linkedin	: </a:t>
            </a:r>
            <a:r>
              <a:rPr lang="id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https://www.linkedin.com/in/arif-romadhan19/</a:t>
            </a:r>
            <a:endParaRPr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g318fe7c1c83_0_0"/>
          <p:cNvSpPr/>
          <p:nvPr/>
        </p:nvSpPr>
        <p:spPr>
          <a:xfrm>
            <a:off x="5353125" y="154650"/>
            <a:ext cx="3700500" cy="48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id" sz="1400">
                <a:latin typeface="Montserrat"/>
                <a:ea typeface="Montserrat"/>
                <a:cs typeface="Montserrat"/>
                <a:sym typeface="Montserrat"/>
              </a:rPr>
              <a:t>PT Cakra Syntesis Indonesia 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id" sz="1400">
                <a:latin typeface="Montserrat"/>
                <a:ea typeface="Montserrat"/>
                <a:cs typeface="Montserrat"/>
                <a:sym typeface="Montserrat"/>
              </a:rPr>
              <a:t>Android Developer </a:t>
            </a:r>
            <a:r>
              <a:rPr b="0" i="0" lang="id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(201</a:t>
            </a:r>
            <a:r>
              <a:rPr lang="id" sz="1400"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0" i="0" lang="id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Nawatech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Jr. ML Engineer (2017)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Bukalapak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Scientist (2018 - 2020)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id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Scientist Instructor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id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(Sept 2020 - Nov2020)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id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Scientist Instructor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id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(2021 - 2021)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Evermos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id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Sr. </a:t>
            </a:r>
            <a:r>
              <a:rPr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Scientist - Data </a:t>
            </a:r>
            <a:r>
              <a:rPr lang="id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Lead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id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(2021 - present)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342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id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Scientist Instructor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id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(2021- present)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4" name="Google Shape;244;g318fe7c1c83_0_0"/>
          <p:cNvPicPr preferRelativeResize="0"/>
          <p:nvPr/>
        </p:nvPicPr>
        <p:blipFill rotWithShape="1">
          <a:blip r:embed="rId5">
            <a:alphaModFix/>
          </a:blip>
          <a:srcRect b="12244" l="0" r="0" t="14079"/>
          <a:stretch/>
        </p:blipFill>
        <p:spPr>
          <a:xfrm>
            <a:off x="4671213" y="1619713"/>
            <a:ext cx="689694" cy="50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318fe7c1c83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37525" y="1095725"/>
            <a:ext cx="1443000" cy="384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318fe7c1c83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71213" y="308525"/>
            <a:ext cx="689700" cy="68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18fe7c1c83_0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92738" y="3613800"/>
            <a:ext cx="559802" cy="55980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18fe7c1c83_0_0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g318fe7c1c83_0_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01262" y="2228888"/>
            <a:ext cx="829615" cy="506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318fe7c1c83_0_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76663" y="4366599"/>
            <a:ext cx="991964" cy="3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18fe7c1c83_0_0"/>
          <p:cNvSpPr txBox="1"/>
          <p:nvPr/>
        </p:nvSpPr>
        <p:spPr>
          <a:xfrm>
            <a:off x="323850" y="381000"/>
            <a:ext cx="35742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id" sz="3600">
                <a:solidFill>
                  <a:srgbClr val="EF8A33"/>
                </a:solidFill>
                <a:latin typeface="Montserrat"/>
                <a:ea typeface="Montserrat"/>
                <a:cs typeface="Montserrat"/>
                <a:sym typeface="Montserrat"/>
              </a:rPr>
              <a:t>Trainer Bio</a:t>
            </a:r>
            <a:endParaRPr b="1" sz="3600">
              <a:solidFill>
                <a:srgbClr val="EF8A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2" name="Google Shape;252;g318fe7c1c83_0_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291825" y="2838075"/>
            <a:ext cx="1288704" cy="5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3"/>
          <p:cNvGrpSpPr/>
          <p:nvPr/>
        </p:nvGrpSpPr>
        <p:grpSpPr>
          <a:xfrm>
            <a:off x="0" y="0"/>
            <a:ext cx="4024313" cy="5143500"/>
            <a:chOff x="0" y="0"/>
            <a:chExt cx="8048625" cy="10287000"/>
          </a:xfrm>
        </p:grpSpPr>
        <p:sp>
          <p:nvSpPr>
            <p:cNvPr id="258" name="Google Shape;258;p3"/>
            <p:cNvSpPr/>
            <p:nvPr/>
          </p:nvSpPr>
          <p:spPr>
            <a:xfrm>
              <a:off x="0" y="0"/>
              <a:ext cx="8048625" cy="10287000"/>
            </a:xfrm>
            <a:custGeom>
              <a:rect b="b" l="l" r="r" t="t"/>
              <a:pathLst>
                <a:path extrusionOk="0" h="10287000" w="8048625">
                  <a:moveTo>
                    <a:pt x="804862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8048625" y="0"/>
                  </a:lnTo>
                  <a:lnTo>
                    <a:pt x="8048625" y="1028700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0" y="607746"/>
              <a:ext cx="4599305" cy="9093200"/>
            </a:xfrm>
            <a:custGeom>
              <a:rect b="b" l="l" r="r" t="t"/>
              <a:pathLst>
                <a:path extrusionOk="0" h="9093200" w="4599305">
                  <a:moveTo>
                    <a:pt x="337351" y="9093199"/>
                  </a:moveTo>
                  <a:lnTo>
                    <a:pt x="0" y="9093199"/>
                  </a:lnTo>
                  <a:lnTo>
                    <a:pt x="0" y="6591299"/>
                  </a:lnTo>
                  <a:lnTo>
                    <a:pt x="145528" y="6591299"/>
                  </a:lnTo>
                  <a:lnTo>
                    <a:pt x="193028" y="6578599"/>
                  </a:lnTo>
                  <a:lnTo>
                    <a:pt x="287157" y="6578599"/>
                  </a:lnTo>
                  <a:lnTo>
                    <a:pt x="333760" y="6565899"/>
                  </a:lnTo>
                  <a:lnTo>
                    <a:pt x="380040" y="6565899"/>
                  </a:lnTo>
                  <a:lnTo>
                    <a:pt x="516809" y="6527799"/>
                  </a:lnTo>
                  <a:lnTo>
                    <a:pt x="561667" y="6527799"/>
                  </a:lnTo>
                  <a:lnTo>
                    <a:pt x="650210" y="6502399"/>
                  </a:lnTo>
                  <a:lnTo>
                    <a:pt x="693870" y="6476999"/>
                  </a:lnTo>
                  <a:lnTo>
                    <a:pt x="822253" y="6438899"/>
                  </a:lnTo>
                  <a:lnTo>
                    <a:pt x="864140" y="6413499"/>
                  </a:lnTo>
                  <a:lnTo>
                    <a:pt x="905552" y="6400799"/>
                  </a:lnTo>
                  <a:lnTo>
                    <a:pt x="946477" y="6375399"/>
                  </a:lnTo>
                  <a:lnTo>
                    <a:pt x="986903" y="6362699"/>
                  </a:lnTo>
                  <a:lnTo>
                    <a:pt x="1026816" y="6337299"/>
                  </a:lnTo>
                  <a:lnTo>
                    <a:pt x="1105055" y="6286499"/>
                  </a:lnTo>
                  <a:lnTo>
                    <a:pt x="1143356" y="6273799"/>
                  </a:lnTo>
                  <a:lnTo>
                    <a:pt x="1181095" y="6248399"/>
                  </a:lnTo>
                  <a:lnTo>
                    <a:pt x="1218258" y="6222999"/>
                  </a:lnTo>
                  <a:lnTo>
                    <a:pt x="1254834" y="6197599"/>
                  </a:lnTo>
                  <a:lnTo>
                    <a:pt x="1290810" y="6159499"/>
                  </a:lnTo>
                  <a:lnTo>
                    <a:pt x="1326173" y="6134099"/>
                  </a:lnTo>
                  <a:lnTo>
                    <a:pt x="1360910" y="6108699"/>
                  </a:lnTo>
                  <a:lnTo>
                    <a:pt x="1395010" y="6083299"/>
                  </a:lnTo>
                  <a:lnTo>
                    <a:pt x="1428460" y="6045199"/>
                  </a:lnTo>
                  <a:lnTo>
                    <a:pt x="1461246" y="6019799"/>
                  </a:lnTo>
                  <a:lnTo>
                    <a:pt x="1493357" y="5981699"/>
                  </a:lnTo>
                  <a:lnTo>
                    <a:pt x="1524781" y="5956299"/>
                  </a:lnTo>
                  <a:lnTo>
                    <a:pt x="1555503" y="5918199"/>
                  </a:lnTo>
                  <a:lnTo>
                    <a:pt x="1585513" y="5892799"/>
                  </a:lnTo>
                  <a:lnTo>
                    <a:pt x="1614796" y="5854699"/>
                  </a:lnTo>
                  <a:lnTo>
                    <a:pt x="1643342" y="5816599"/>
                  </a:lnTo>
                  <a:lnTo>
                    <a:pt x="1671137" y="5778499"/>
                  </a:lnTo>
                  <a:lnTo>
                    <a:pt x="1698168" y="5753099"/>
                  </a:lnTo>
                  <a:lnTo>
                    <a:pt x="1724423" y="5714999"/>
                  </a:lnTo>
                  <a:lnTo>
                    <a:pt x="1749891" y="5676899"/>
                  </a:lnTo>
                  <a:lnTo>
                    <a:pt x="1774557" y="5638799"/>
                  </a:lnTo>
                  <a:lnTo>
                    <a:pt x="1798409" y="5600699"/>
                  </a:lnTo>
                  <a:lnTo>
                    <a:pt x="1821435" y="5562599"/>
                  </a:lnTo>
                  <a:lnTo>
                    <a:pt x="1843623" y="5524499"/>
                  </a:lnTo>
                  <a:lnTo>
                    <a:pt x="1864960" y="5486399"/>
                  </a:lnTo>
                  <a:lnTo>
                    <a:pt x="1885433" y="5435599"/>
                  </a:lnTo>
                  <a:lnTo>
                    <a:pt x="1905029" y="5397499"/>
                  </a:lnTo>
                  <a:lnTo>
                    <a:pt x="1923737" y="5359399"/>
                  </a:lnTo>
                  <a:lnTo>
                    <a:pt x="1941543" y="5321299"/>
                  </a:lnTo>
                  <a:lnTo>
                    <a:pt x="1958435" y="5270499"/>
                  </a:lnTo>
                  <a:lnTo>
                    <a:pt x="1974401" y="5232399"/>
                  </a:lnTo>
                  <a:lnTo>
                    <a:pt x="1989427" y="5181599"/>
                  </a:lnTo>
                  <a:lnTo>
                    <a:pt x="2003503" y="5143499"/>
                  </a:lnTo>
                  <a:lnTo>
                    <a:pt x="2016613" y="5105399"/>
                  </a:lnTo>
                  <a:lnTo>
                    <a:pt x="2028747" y="5054599"/>
                  </a:lnTo>
                  <a:lnTo>
                    <a:pt x="2039892" y="5003799"/>
                  </a:lnTo>
                  <a:lnTo>
                    <a:pt x="2050035" y="4965699"/>
                  </a:lnTo>
                  <a:lnTo>
                    <a:pt x="2059164" y="4914899"/>
                  </a:lnTo>
                  <a:lnTo>
                    <a:pt x="2067265" y="4876799"/>
                  </a:lnTo>
                  <a:lnTo>
                    <a:pt x="2074328" y="4825999"/>
                  </a:lnTo>
                  <a:lnTo>
                    <a:pt x="2080338" y="4775199"/>
                  </a:lnTo>
                  <a:lnTo>
                    <a:pt x="2085283" y="4737099"/>
                  </a:lnTo>
                  <a:lnTo>
                    <a:pt x="2089152" y="4686299"/>
                  </a:lnTo>
                  <a:lnTo>
                    <a:pt x="2091930" y="4635499"/>
                  </a:lnTo>
                  <a:lnTo>
                    <a:pt x="2093607" y="4584699"/>
                  </a:lnTo>
                  <a:lnTo>
                    <a:pt x="2094168" y="4546599"/>
                  </a:lnTo>
                  <a:lnTo>
                    <a:pt x="2093611" y="4495799"/>
                  </a:lnTo>
                  <a:lnTo>
                    <a:pt x="2091946" y="4444999"/>
                  </a:lnTo>
                  <a:lnTo>
                    <a:pt x="2089187" y="4394199"/>
                  </a:lnTo>
                  <a:lnTo>
                    <a:pt x="2085346" y="4356099"/>
                  </a:lnTo>
                  <a:lnTo>
                    <a:pt x="2080434" y="4305299"/>
                  </a:lnTo>
                  <a:lnTo>
                    <a:pt x="2074464" y="4254499"/>
                  </a:lnTo>
                  <a:lnTo>
                    <a:pt x="2067448" y="4216399"/>
                  </a:lnTo>
                  <a:lnTo>
                    <a:pt x="2059399" y="4165599"/>
                  </a:lnTo>
                  <a:lnTo>
                    <a:pt x="2050328" y="4114799"/>
                  </a:lnTo>
                  <a:lnTo>
                    <a:pt x="2040248" y="4076699"/>
                  </a:lnTo>
                  <a:lnTo>
                    <a:pt x="2029170" y="4025899"/>
                  </a:lnTo>
                  <a:lnTo>
                    <a:pt x="2017108" y="3987799"/>
                  </a:lnTo>
                  <a:lnTo>
                    <a:pt x="2004073" y="3936999"/>
                  </a:lnTo>
                  <a:lnTo>
                    <a:pt x="1990077" y="3898899"/>
                  </a:lnTo>
                  <a:lnTo>
                    <a:pt x="1975134" y="3860799"/>
                  </a:lnTo>
                  <a:lnTo>
                    <a:pt x="1959254" y="3809999"/>
                  </a:lnTo>
                  <a:lnTo>
                    <a:pt x="1942450" y="3771899"/>
                  </a:lnTo>
                  <a:lnTo>
                    <a:pt x="1924734" y="3733799"/>
                  </a:lnTo>
                  <a:lnTo>
                    <a:pt x="1906119" y="3682999"/>
                  </a:lnTo>
                  <a:lnTo>
                    <a:pt x="1886617" y="3644899"/>
                  </a:lnTo>
                  <a:lnTo>
                    <a:pt x="1866239" y="3606799"/>
                  </a:lnTo>
                  <a:lnTo>
                    <a:pt x="1844999" y="3568699"/>
                  </a:lnTo>
                  <a:lnTo>
                    <a:pt x="1822908" y="3530599"/>
                  </a:lnTo>
                  <a:lnTo>
                    <a:pt x="1799978" y="3492499"/>
                  </a:lnTo>
                  <a:lnTo>
                    <a:pt x="1776222" y="3454399"/>
                  </a:lnTo>
                  <a:lnTo>
                    <a:pt x="1751652" y="3416299"/>
                  </a:lnTo>
                  <a:lnTo>
                    <a:pt x="1726280" y="3378199"/>
                  </a:lnTo>
                  <a:lnTo>
                    <a:pt x="1700118" y="3340099"/>
                  </a:lnTo>
                  <a:lnTo>
                    <a:pt x="1673178" y="3301999"/>
                  </a:lnTo>
                  <a:lnTo>
                    <a:pt x="1645473" y="3263899"/>
                  </a:lnTo>
                  <a:lnTo>
                    <a:pt x="1617015" y="3225799"/>
                  </a:lnTo>
                  <a:lnTo>
                    <a:pt x="1587817" y="3200399"/>
                  </a:lnTo>
                  <a:lnTo>
                    <a:pt x="1557889" y="3162299"/>
                  </a:lnTo>
                  <a:lnTo>
                    <a:pt x="1527245" y="3136899"/>
                  </a:lnTo>
                  <a:lnTo>
                    <a:pt x="1495896" y="3098799"/>
                  </a:lnTo>
                  <a:lnTo>
                    <a:pt x="1463855" y="3073399"/>
                  </a:lnTo>
                  <a:lnTo>
                    <a:pt x="1431135" y="3035299"/>
                  </a:lnTo>
                  <a:lnTo>
                    <a:pt x="1397746" y="3009899"/>
                  </a:lnTo>
                  <a:lnTo>
                    <a:pt x="1363702" y="2971799"/>
                  </a:lnTo>
                  <a:lnTo>
                    <a:pt x="1329015" y="2946399"/>
                  </a:lnTo>
                  <a:lnTo>
                    <a:pt x="1293696" y="2920999"/>
                  </a:lnTo>
                  <a:lnTo>
                    <a:pt x="1257758" y="2895599"/>
                  </a:lnTo>
                  <a:lnTo>
                    <a:pt x="1221214" y="2870199"/>
                  </a:lnTo>
                  <a:lnTo>
                    <a:pt x="1184075" y="2844799"/>
                  </a:lnTo>
                  <a:lnTo>
                    <a:pt x="1146354" y="2819399"/>
                  </a:lnTo>
                  <a:lnTo>
                    <a:pt x="1108062" y="2793999"/>
                  </a:lnTo>
                  <a:lnTo>
                    <a:pt x="1029817" y="2743199"/>
                  </a:lnTo>
                  <a:lnTo>
                    <a:pt x="989888" y="2730499"/>
                  </a:lnTo>
                  <a:lnTo>
                    <a:pt x="949438" y="2705099"/>
                  </a:lnTo>
                  <a:lnTo>
                    <a:pt x="908478" y="2692399"/>
                  </a:lnTo>
                  <a:lnTo>
                    <a:pt x="867022" y="2666999"/>
                  </a:lnTo>
                  <a:lnTo>
                    <a:pt x="825080" y="2654299"/>
                  </a:lnTo>
                  <a:lnTo>
                    <a:pt x="782666" y="2628899"/>
                  </a:lnTo>
                  <a:lnTo>
                    <a:pt x="739792" y="2616199"/>
                  </a:lnTo>
                  <a:lnTo>
                    <a:pt x="427804" y="2527299"/>
                  </a:lnTo>
                  <a:lnTo>
                    <a:pt x="381685" y="2527299"/>
                  </a:lnTo>
                  <a:lnTo>
                    <a:pt x="335216" y="2514599"/>
                  </a:lnTo>
                  <a:lnTo>
                    <a:pt x="288408" y="2514599"/>
                  </a:lnTo>
                  <a:lnTo>
                    <a:pt x="241274" y="2501899"/>
                  </a:lnTo>
                  <a:lnTo>
                    <a:pt x="0" y="2501899"/>
                  </a:lnTo>
                  <a:lnTo>
                    <a:pt x="0" y="0"/>
                  </a:lnTo>
                  <a:lnTo>
                    <a:pt x="384810" y="0"/>
                  </a:lnTo>
                  <a:lnTo>
                    <a:pt x="432163" y="12699"/>
                  </a:lnTo>
                  <a:lnTo>
                    <a:pt x="526457" y="12699"/>
                  </a:lnTo>
                  <a:lnTo>
                    <a:pt x="573394" y="25399"/>
                  </a:lnTo>
                  <a:lnTo>
                    <a:pt x="620186" y="25399"/>
                  </a:lnTo>
                  <a:lnTo>
                    <a:pt x="666831" y="38099"/>
                  </a:lnTo>
                  <a:lnTo>
                    <a:pt x="713328" y="38099"/>
                  </a:lnTo>
                  <a:lnTo>
                    <a:pt x="759673" y="50799"/>
                  </a:lnTo>
                  <a:lnTo>
                    <a:pt x="805864" y="50799"/>
                  </a:lnTo>
                  <a:lnTo>
                    <a:pt x="897775" y="76199"/>
                  </a:lnTo>
                  <a:lnTo>
                    <a:pt x="943490" y="76199"/>
                  </a:lnTo>
                  <a:lnTo>
                    <a:pt x="1124686" y="126999"/>
                  </a:lnTo>
                  <a:lnTo>
                    <a:pt x="1169557" y="126999"/>
                  </a:lnTo>
                  <a:lnTo>
                    <a:pt x="1434998" y="203199"/>
                  </a:lnTo>
                  <a:lnTo>
                    <a:pt x="1478584" y="228599"/>
                  </a:lnTo>
                  <a:lnTo>
                    <a:pt x="1650969" y="279399"/>
                  </a:lnTo>
                  <a:lnTo>
                    <a:pt x="1693564" y="304799"/>
                  </a:lnTo>
                  <a:lnTo>
                    <a:pt x="1778132" y="330199"/>
                  </a:lnTo>
                  <a:lnTo>
                    <a:pt x="1820101" y="355599"/>
                  </a:lnTo>
                  <a:lnTo>
                    <a:pt x="1861857" y="368299"/>
                  </a:lnTo>
                  <a:lnTo>
                    <a:pt x="1903398" y="393699"/>
                  </a:lnTo>
                  <a:lnTo>
                    <a:pt x="1944720" y="406399"/>
                  </a:lnTo>
                  <a:lnTo>
                    <a:pt x="1985822" y="431799"/>
                  </a:lnTo>
                  <a:lnTo>
                    <a:pt x="2026700" y="444499"/>
                  </a:lnTo>
                  <a:lnTo>
                    <a:pt x="2067353" y="469899"/>
                  </a:lnTo>
                  <a:lnTo>
                    <a:pt x="2107778" y="482599"/>
                  </a:lnTo>
                  <a:lnTo>
                    <a:pt x="2187933" y="533399"/>
                  </a:lnTo>
                  <a:lnTo>
                    <a:pt x="2227659" y="546099"/>
                  </a:lnTo>
                  <a:lnTo>
                    <a:pt x="2345399" y="622299"/>
                  </a:lnTo>
                  <a:lnTo>
                    <a:pt x="2384159" y="634999"/>
                  </a:lnTo>
                  <a:lnTo>
                    <a:pt x="2536693" y="736599"/>
                  </a:lnTo>
                  <a:lnTo>
                    <a:pt x="2685104" y="838199"/>
                  </a:lnTo>
                  <a:lnTo>
                    <a:pt x="2793611" y="914399"/>
                  </a:lnTo>
                  <a:lnTo>
                    <a:pt x="2864578" y="965199"/>
                  </a:lnTo>
                  <a:lnTo>
                    <a:pt x="2899643" y="1003299"/>
                  </a:lnTo>
                  <a:lnTo>
                    <a:pt x="3003133" y="1079499"/>
                  </a:lnTo>
                  <a:lnTo>
                    <a:pt x="3037053" y="1117599"/>
                  </a:lnTo>
                  <a:lnTo>
                    <a:pt x="3104014" y="1168399"/>
                  </a:lnTo>
                  <a:lnTo>
                    <a:pt x="3137050" y="1206499"/>
                  </a:lnTo>
                  <a:lnTo>
                    <a:pt x="3169787" y="1231899"/>
                  </a:lnTo>
                  <a:lnTo>
                    <a:pt x="3202221" y="1269999"/>
                  </a:lnTo>
                  <a:lnTo>
                    <a:pt x="3234350" y="1295399"/>
                  </a:lnTo>
                  <a:lnTo>
                    <a:pt x="3266172" y="1333499"/>
                  </a:lnTo>
                  <a:lnTo>
                    <a:pt x="3297685" y="1358899"/>
                  </a:lnTo>
                  <a:lnTo>
                    <a:pt x="3328886" y="1396999"/>
                  </a:lnTo>
                  <a:lnTo>
                    <a:pt x="3359772" y="1422399"/>
                  </a:lnTo>
                  <a:lnTo>
                    <a:pt x="3390341" y="1460499"/>
                  </a:lnTo>
                  <a:lnTo>
                    <a:pt x="3420590" y="1485899"/>
                  </a:lnTo>
                  <a:lnTo>
                    <a:pt x="3450518" y="1523999"/>
                  </a:lnTo>
                  <a:lnTo>
                    <a:pt x="3480121" y="1562099"/>
                  </a:lnTo>
                  <a:lnTo>
                    <a:pt x="3509397" y="1587499"/>
                  </a:lnTo>
                  <a:lnTo>
                    <a:pt x="3538344" y="1625599"/>
                  </a:lnTo>
                  <a:lnTo>
                    <a:pt x="3566959" y="1663699"/>
                  </a:lnTo>
                  <a:lnTo>
                    <a:pt x="3595239" y="1701799"/>
                  </a:lnTo>
                  <a:lnTo>
                    <a:pt x="3623183" y="1727199"/>
                  </a:lnTo>
                  <a:lnTo>
                    <a:pt x="3650788" y="1765299"/>
                  </a:lnTo>
                  <a:lnTo>
                    <a:pt x="3678051" y="1803399"/>
                  </a:lnTo>
                  <a:lnTo>
                    <a:pt x="3704969" y="1841499"/>
                  </a:lnTo>
                  <a:lnTo>
                    <a:pt x="3731541" y="1879599"/>
                  </a:lnTo>
                  <a:lnTo>
                    <a:pt x="3757764" y="1904999"/>
                  </a:lnTo>
                  <a:lnTo>
                    <a:pt x="3783635" y="1943099"/>
                  </a:lnTo>
                  <a:lnTo>
                    <a:pt x="3809152" y="1981199"/>
                  </a:lnTo>
                  <a:lnTo>
                    <a:pt x="3834313" y="2019299"/>
                  </a:lnTo>
                  <a:lnTo>
                    <a:pt x="3859114" y="2057399"/>
                  </a:lnTo>
                  <a:lnTo>
                    <a:pt x="3883554" y="2095499"/>
                  </a:lnTo>
                  <a:lnTo>
                    <a:pt x="3907630" y="2133599"/>
                  </a:lnTo>
                  <a:lnTo>
                    <a:pt x="3931339" y="2171699"/>
                  </a:lnTo>
                  <a:lnTo>
                    <a:pt x="3954680" y="2209799"/>
                  </a:lnTo>
                  <a:lnTo>
                    <a:pt x="3977649" y="2247899"/>
                  </a:lnTo>
                  <a:lnTo>
                    <a:pt x="4000244" y="2285999"/>
                  </a:lnTo>
                  <a:lnTo>
                    <a:pt x="4022463" y="2324099"/>
                  </a:lnTo>
                  <a:lnTo>
                    <a:pt x="4044303" y="2362199"/>
                  </a:lnTo>
                  <a:lnTo>
                    <a:pt x="4065762" y="2412999"/>
                  </a:lnTo>
                  <a:lnTo>
                    <a:pt x="4086837" y="2451099"/>
                  </a:lnTo>
                  <a:lnTo>
                    <a:pt x="4107526" y="2489199"/>
                  </a:lnTo>
                  <a:lnTo>
                    <a:pt x="4127826" y="2527299"/>
                  </a:lnTo>
                  <a:lnTo>
                    <a:pt x="4147735" y="2565399"/>
                  </a:lnTo>
                  <a:lnTo>
                    <a:pt x="4167251" y="2603499"/>
                  </a:lnTo>
                  <a:lnTo>
                    <a:pt x="4186370" y="2654299"/>
                  </a:lnTo>
                  <a:lnTo>
                    <a:pt x="4205091" y="2692399"/>
                  </a:lnTo>
                  <a:lnTo>
                    <a:pt x="4223410" y="2730499"/>
                  </a:lnTo>
                  <a:lnTo>
                    <a:pt x="4241326" y="2781299"/>
                  </a:lnTo>
                  <a:lnTo>
                    <a:pt x="4258837" y="2819399"/>
                  </a:lnTo>
                  <a:lnTo>
                    <a:pt x="4275938" y="2857499"/>
                  </a:lnTo>
                  <a:lnTo>
                    <a:pt x="4292629" y="2895599"/>
                  </a:lnTo>
                  <a:lnTo>
                    <a:pt x="4308906" y="2946399"/>
                  </a:lnTo>
                  <a:lnTo>
                    <a:pt x="4324768" y="2984499"/>
                  </a:lnTo>
                  <a:lnTo>
                    <a:pt x="4340211" y="3035299"/>
                  </a:lnTo>
                  <a:lnTo>
                    <a:pt x="4355233" y="3073399"/>
                  </a:lnTo>
                  <a:lnTo>
                    <a:pt x="4369832" y="3111499"/>
                  </a:lnTo>
                  <a:lnTo>
                    <a:pt x="4384005" y="3162299"/>
                  </a:lnTo>
                  <a:lnTo>
                    <a:pt x="4397750" y="3200399"/>
                  </a:lnTo>
                  <a:lnTo>
                    <a:pt x="4411064" y="3251199"/>
                  </a:lnTo>
                  <a:lnTo>
                    <a:pt x="4423945" y="3289299"/>
                  </a:lnTo>
                  <a:lnTo>
                    <a:pt x="4436390" y="3340099"/>
                  </a:lnTo>
                  <a:lnTo>
                    <a:pt x="4448397" y="3378199"/>
                  </a:lnTo>
                  <a:lnTo>
                    <a:pt x="4459964" y="3428999"/>
                  </a:lnTo>
                  <a:lnTo>
                    <a:pt x="4471088" y="3467099"/>
                  </a:lnTo>
                  <a:lnTo>
                    <a:pt x="4481766" y="3517899"/>
                  </a:lnTo>
                  <a:lnTo>
                    <a:pt x="4491996" y="3555999"/>
                  </a:lnTo>
                  <a:lnTo>
                    <a:pt x="4501775" y="3606799"/>
                  </a:lnTo>
                  <a:lnTo>
                    <a:pt x="4511102" y="3644899"/>
                  </a:lnTo>
                  <a:lnTo>
                    <a:pt x="4519973" y="3695699"/>
                  </a:lnTo>
                  <a:lnTo>
                    <a:pt x="4528386" y="3746499"/>
                  </a:lnTo>
                  <a:lnTo>
                    <a:pt x="4536339" y="3784599"/>
                  </a:lnTo>
                  <a:lnTo>
                    <a:pt x="4543829" y="3835399"/>
                  </a:lnTo>
                  <a:lnTo>
                    <a:pt x="4550853" y="3886199"/>
                  </a:lnTo>
                  <a:lnTo>
                    <a:pt x="4557410" y="3924299"/>
                  </a:lnTo>
                  <a:lnTo>
                    <a:pt x="4563497" y="3975099"/>
                  </a:lnTo>
                  <a:lnTo>
                    <a:pt x="4569111" y="4025899"/>
                  </a:lnTo>
                  <a:lnTo>
                    <a:pt x="4574250" y="4063999"/>
                  </a:lnTo>
                  <a:lnTo>
                    <a:pt x="4578911" y="4114799"/>
                  </a:lnTo>
                  <a:lnTo>
                    <a:pt x="4583092" y="4165599"/>
                  </a:lnTo>
                  <a:lnTo>
                    <a:pt x="4586790" y="4203699"/>
                  </a:lnTo>
                  <a:lnTo>
                    <a:pt x="4590003" y="4254499"/>
                  </a:lnTo>
                  <a:lnTo>
                    <a:pt x="4592729" y="4305299"/>
                  </a:lnTo>
                  <a:lnTo>
                    <a:pt x="4594964" y="4356099"/>
                  </a:lnTo>
                  <a:lnTo>
                    <a:pt x="4596707" y="4394199"/>
                  </a:lnTo>
                  <a:lnTo>
                    <a:pt x="4597956" y="4444999"/>
                  </a:lnTo>
                  <a:lnTo>
                    <a:pt x="4598706" y="4495799"/>
                  </a:lnTo>
                  <a:lnTo>
                    <a:pt x="4598957" y="4546599"/>
                  </a:lnTo>
                  <a:lnTo>
                    <a:pt x="4598835" y="4597399"/>
                  </a:lnTo>
                  <a:lnTo>
                    <a:pt x="4598209" y="4635499"/>
                  </a:lnTo>
                  <a:lnTo>
                    <a:pt x="4597083" y="4686299"/>
                  </a:lnTo>
                  <a:lnTo>
                    <a:pt x="4595459" y="4737099"/>
                  </a:lnTo>
                  <a:lnTo>
                    <a:pt x="4593339" y="4787899"/>
                  </a:lnTo>
                  <a:lnTo>
                    <a:pt x="4590725" y="4825999"/>
                  </a:lnTo>
                  <a:lnTo>
                    <a:pt x="4587621" y="4876799"/>
                  </a:lnTo>
                  <a:lnTo>
                    <a:pt x="4584029" y="4927599"/>
                  </a:lnTo>
                  <a:lnTo>
                    <a:pt x="4579951" y="4978399"/>
                  </a:lnTo>
                  <a:lnTo>
                    <a:pt x="4575390" y="5016499"/>
                  </a:lnTo>
                  <a:lnTo>
                    <a:pt x="4570348" y="5067299"/>
                  </a:lnTo>
                  <a:lnTo>
                    <a:pt x="4564828" y="5118099"/>
                  </a:lnTo>
                  <a:lnTo>
                    <a:pt x="4558832" y="5156199"/>
                  </a:lnTo>
                  <a:lnTo>
                    <a:pt x="4552364" y="5206999"/>
                  </a:lnTo>
                  <a:lnTo>
                    <a:pt x="4545424" y="5257799"/>
                  </a:lnTo>
                  <a:lnTo>
                    <a:pt x="4538016" y="5295899"/>
                  </a:lnTo>
                  <a:lnTo>
                    <a:pt x="4530143" y="5346699"/>
                  </a:lnTo>
                  <a:lnTo>
                    <a:pt x="4521806" y="5397499"/>
                  </a:lnTo>
                  <a:lnTo>
                    <a:pt x="4513009" y="5435599"/>
                  </a:lnTo>
                  <a:lnTo>
                    <a:pt x="4503754" y="5486399"/>
                  </a:lnTo>
                  <a:lnTo>
                    <a:pt x="4494043" y="5524499"/>
                  </a:lnTo>
                  <a:lnTo>
                    <a:pt x="4483879" y="5575299"/>
                  </a:lnTo>
                  <a:lnTo>
                    <a:pt x="4473264" y="5613399"/>
                  </a:lnTo>
                  <a:lnTo>
                    <a:pt x="4462201" y="5664199"/>
                  </a:lnTo>
                  <a:lnTo>
                    <a:pt x="4450692" y="5702299"/>
                  </a:lnTo>
                  <a:lnTo>
                    <a:pt x="4438741" y="5753099"/>
                  </a:lnTo>
                  <a:lnTo>
                    <a:pt x="4426348" y="5791199"/>
                  </a:lnTo>
                  <a:lnTo>
                    <a:pt x="4413518" y="5841999"/>
                  </a:lnTo>
                  <a:lnTo>
                    <a:pt x="4400252" y="5880099"/>
                  </a:lnTo>
                  <a:lnTo>
                    <a:pt x="4386553" y="5930899"/>
                  </a:lnTo>
                  <a:lnTo>
                    <a:pt x="4372423" y="5968999"/>
                  </a:lnTo>
                  <a:lnTo>
                    <a:pt x="4357865" y="6019799"/>
                  </a:lnTo>
                  <a:lnTo>
                    <a:pt x="4342881" y="6057899"/>
                  </a:lnTo>
                  <a:lnTo>
                    <a:pt x="4327475" y="6095999"/>
                  </a:lnTo>
                  <a:lnTo>
                    <a:pt x="4311647" y="6146799"/>
                  </a:lnTo>
                  <a:lnTo>
                    <a:pt x="4295402" y="6184899"/>
                  </a:lnTo>
                  <a:lnTo>
                    <a:pt x="4278741" y="6235699"/>
                  </a:lnTo>
                  <a:lnTo>
                    <a:pt x="4261667" y="6273799"/>
                  </a:lnTo>
                  <a:lnTo>
                    <a:pt x="4244182" y="6311899"/>
                  </a:lnTo>
                  <a:lnTo>
                    <a:pt x="4226290" y="6349999"/>
                  </a:lnTo>
                  <a:lnTo>
                    <a:pt x="4207991" y="6400799"/>
                  </a:lnTo>
                  <a:lnTo>
                    <a:pt x="4189290" y="6438899"/>
                  </a:lnTo>
                  <a:lnTo>
                    <a:pt x="4170188" y="6476999"/>
                  </a:lnTo>
                  <a:lnTo>
                    <a:pt x="4150688" y="6515099"/>
                  </a:lnTo>
                  <a:lnTo>
                    <a:pt x="4130792" y="6565899"/>
                  </a:lnTo>
                  <a:lnTo>
                    <a:pt x="4110504" y="6603999"/>
                  </a:lnTo>
                  <a:lnTo>
                    <a:pt x="4089825" y="6642099"/>
                  </a:lnTo>
                  <a:lnTo>
                    <a:pt x="4068757" y="6680199"/>
                  </a:lnTo>
                  <a:lnTo>
                    <a:pt x="4047305" y="6718299"/>
                  </a:lnTo>
                  <a:lnTo>
                    <a:pt x="4025469" y="6756399"/>
                  </a:lnTo>
                  <a:lnTo>
                    <a:pt x="4003252" y="6807199"/>
                  </a:lnTo>
                  <a:lnTo>
                    <a:pt x="3980658" y="6845299"/>
                  </a:lnTo>
                  <a:lnTo>
                    <a:pt x="3957688" y="6883399"/>
                  </a:lnTo>
                  <a:lnTo>
                    <a:pt x="3934345" y="6921499"/>
                  </a:lnTo>
                  <a:lnTo>
                    <a:pt x="3910631" y="6959599"/>
                  </a:lnTo>
                  <a:lnTo>
                    <a:pt x="3886550" y="6997699"/>
                  </a:lnTo>
                  <a:lnTo>
                    <a:pt x="3862103" y="7035799"/>
                  </a:lnTo>
                  <a:lnTo>
                    <a:pt x="3837292" y="7073899"/>
                  </a:lnTo>
                  <a:lnTo>
                    <a:pt x="3812122" y="7111999"/>
                  </a:lnTo>
                  <a:lnTo>
                    <a:pt x="3786593" y="7150099"/>
                  </a:lnTo>
                  <a:lnTo>
                    <a:pt x="3760709" y="7175499"/>
                  </a:lnTo>
                  <a:lnTo>
                    <a:pt x="3734472" y="7213599"/>
                  </a:lnTo>
                  <a:lnTo>
                    <a:pt x="3707884" y="7251699"/>
                  </a:lnTo>
                  <a:lnTo>
                    <a:pt x="3680948" y="7289799"/>
                  </a:lnTo>
                  <a:lnTo>
                    <a:pt x="3653667" y="7327899"/>
                  </a:lnTo>
                  <a:lnTo>
                    <a:pt x="3626043" y="7365999"/>
                  </a:lnTo>
                  <a:lnTo>
                    <a:pt x="3598078" y="7391399"/>
                  </a:lnTo>
                  <a:lnTo>
                    <a:pt x="3569776" y="7429499"/>
                  </a:lnTo>
                  <a:lnTo>
                    <a:pt x="3541138" y="7467599"/>
                  </a:lnTo>
                  <a:lnTo>
                    <a:pt x="3512167" y="7492999"/>
                  </a:lnTo>
                  <a:lnTo>
                    <a:pt x="3482865" y="7531099"/>
                  </a:lnTo>
                  <a:lnTo>
                    <a:pt x="3453235" y="7569199"/>
                  </a:lnTo>
                  <a:lnTo>
                    <a:pt x="3423280" y="7594599"/>
                  </a:lnTo>
                  <a:lnTo>
                    <a:pt x="3393003" y="7632699"/>
                  </a:lnTo>
                  <a:lnTo>
                    <a:pt x="3362404" y="7670799"/>
                  </a:lnTo>
                  <a:lnTo>
                    <a:pt x="3331488" y="7696199"/>
                  </a:lnTo>
                  <a:lnTo>
                    <a:pt x="3300256" y="7734299"/>
                  </a:lnTo>
                  <a:lnTo>
                    <a:pt x="3268711" y="7759699"/>
                  </a:lnTo>
                  <a:lnTo>
                    <a:pt x="3236856" y="7797799"/>
                  </a:lnTo>
                  <a:lnTo>
                    <a:pt x="3204693" y="7823199"/>
                  </a:lnTo>
                  <a:lnTo>
                    <a:pt x="3172224" y="7861299"/>
                  </a:lnTo>
                  <a:lnTo>
                    <a:pt x="3106381" y="7912099"/>
                  </a:lnTo>
                  <a:lnTo>
                    <a:pt x="3073011" y="7950199"/>
                  </a:lnTo>
                  <a:lnTo>
                    <a:pt x="3005387" y="8000999"/>
                  </a:lnTo>
                  <a:lnTo>
                    <a:pt x="2971139" y="8039099"/>
                  </a:lnTo>
                  <a:lnTo>
                    <a:pt x="2866675" y="8115299"/>
                  </a:lnTo>
                  <a:lnTo>
                    <a:pt x="2831290" y="8153399"/>
                  </a:lnTo>
                  <a:lnTo>
                    <a:pt x="2723477" y="8229599"/>
                  </a:lnTo>
                  <a:lnTo>
                    <a:pt x="2575952" y="8331199"/>
                  </a:lnTo>
                  <a:lnTo>
                    <a:pt x="2424261" y="8432799"/>
                  </a:lnTo>
                  <a:lnTo>
                    <a:pt x="2385706" y="8458199"/>
                  </a:lnTo>
                  <a:lnTo>
                    <a:pt x="2346904" y="8470899"/>
                  </a:lnTo>
                  <a:lnTo>
                    <a:pt x="2229034" y="8547099"/>
                  </a:lnTo>
                  <a:lnTo>
                    <a:pt x="2189265" y="8559799"/>
                  </a:lnTo>
                  <a:lnTo>
                    <a:pt x="2109023" y="8610599"/>
                  </a:lnTo>
                  <a:lnTo>
                    <a:pt x="2068555" y="8623299"/>
                  </a:lnTo>
                  <a:lnTo>
                    <a:pt x="2027860" y="8648699"/>
                  </a:lnTo>
                  <a:lnTo>
                    <a:pt x="1986939" y="8661399"/>
                  </a:lnTo>
                  <a:lnTo>
                    <a:pt x="1945796" y="8686799"/>
                  </a:lnTo>
                  <a:lnTo>
                    <a:pt x="1904432" y="8699499"/>
                  </a:lnTo>
                  <a:lnTo>
                    <a:pt x="1862850" y="8724899"/>
                  </a:lnTo>
                  <a:lnTo>
                    <a:pt x="1821053" y="8737599"/>
                  </a:lnTo>
                  <a:lnTo>
                    <a:pt x="1779043" y="8762999"/>
                  </a:lnTo>
                  <a:lnTo>
                    <a:pt x="1694396" y="8788399"/>
                  </a:lnTo>
                  <a:lnTo>
                    <a:pt x="1651762" y="8813799"/>
                  </a:lnTo>
                  <a:lnTo>
                    <a:pt x="1435605" y="8877299"/>
                  </a:lnTo>
                  <a:lnTo>
                    <a:pt x="1391792" y="8902699"/>
                  </a:lnTo>
                  <a:lnTo>
                    <a:pt x="1214690" y="8953499"/>
                  </a:lnTo>
                  <a:lnTo>
                    <a:pt x="1169964" y="8953499"/>
                  </a:lnTo>
                  <a:lnTo>
                    <a:pt x="943755" y="9016999"/>
                  </a:lnTo>
                  <a:lnTo>
                    <a:pt x="898015" y="9016999"/>
                  </a:lnTo>
                  <a:lnTo>
                    <a:pt x="806056" y="9042399"/>
                  </a:lnTo>
                  <a:lnTo>
                    <a:pt x="759843" y="9042399"/>
                  </a:lnTo>
                  <a:lnTo>
                    <a:pt x="713477" y="9055099"/>
                  </a:lnTo>
                  <a:lnTo>
                    <a:pt x="666961" y="9055099"/>
                  </a:lnTo>
                  <a:lnTo>
                    <a:pt x="620297" y="9067799"/>
                  </a:lnTo>
                  <a:lnTo>
                    <a:pt x="526536" y="9067799"/>
                  </a:lnTo>
                  <a:lnTo>
                    <a:pt x="479444" y="9080499"/>
                  </a:lnTo>
                  <a:lnTo>
                    <a:pt x="384849" y="9080499"/>
                  </a:lnTo>
                  <a:lnTo>
                    <a:pt x="337351" y="9093199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5036088" y="7438461"/>
              <a:ext cx="1819909" cy="1819909"/>
            </a:xfrm>
            <a:custGeom>
              <a:rect b="b" l="l" r="r" t="t"/>
              <a:pathLst>
                <a:path extrusionOk="0" h="1819909" w="1819909">
                  <a:moveTo>
                    <a:pt x="909919" y="1819838"/>
                  </a:moveTo>
                  <a:lnTo>
                    <a:pt x="865271" y="1818743"/>
                  </a:lnTo>
                  <a:lnTo>
                    <a:pt x="820732" y="1815456"/>
                  </a:lnTo>
                  <a:lnTo>
                    <a:pt x="776405" y="1809989"/>
                  </a:lnTo>
                  <a:lnTo>
                    <a:pt x="732401" y="1802353"/>
                  </a:lnTo>
                  <a:lnTo>
                    <a:pt x="688827" y="1792570"/>
                  </a:lnTo>
                  <a:lnTo>
                    <a:pt x="645784" y="1780657"/>
                  </a:lnTo>
                  <a:lnTo>
                    <a:pt x="603378" y="1766648"/>
                  </a:lnTo>
                  <a:lnTo>
                    <a:pt x="561707" y="1750575"/>
                  </a:lnTo>
                  <a:lnTo>
                    <a:pt x="520877" y="1732475"/>
                  </a:lnTo>
                  <a:lnTo>
                    <a:pt x="480987" y="1712395"/>
                  </a:lnTo>
                  <a:lnTo>
                    <a:pt x="442126" y="1690382"/>
                  </a:lnTo>
                  <a:lnTo>
                    <a:pt x="404393" y="1666488"/>
                  </a:lnTo>
                  <a:lnTo>
                    <a:pt x="367880" y="1640773"/>
                  </a:lnTo>
                  <a:lnTo>
                    <a:pt x="332672" y="1613298"/>
                  </a:lnTo>
                  <a:lnTo>
                    <a:pt x="298855" y="1584126"/>
                  </a:lnTo>
                  <a:lnTo>
                    <a:pt x="266509" y="1553330"/>
                  </a:lnTo>
                  <a:lnTo>
                    <a:pt x="235713" y="1520984"/>
                  </a:lnTo>
                  <a:lnTo>
                    <a:pt x="206542" y="1487164"/>
                  </a:lnTo>
                  <a:lnTo>
                    <a:pt x="179065" y="1451958"/>
                  </a:lnTo>
                  <a:lnTo>
                    <a:pt x="153349" y="1415445"/>
                  </a:lnTo>
                  <a:lnTo>
                    <a:pt x="129455" y="1377712"/>
                  </a:lnTo>
                  <a:lnTo>
                    <a:pt x="107442" y="1338851"/>
                  </a:lnTo>
                  <a:lnTo>
                    <a:pt x="87362" y="1298960"/>
                  </a:lnTo>
                  <a:lnTo>
                    <a:pt x="69263" y="1258130"/>
                  </a:lnTo>
                  <a:lnTo>
                    <a:pt x="53190" y="1216460"/>
                  </a:lnTo>
                  <a:lnTo>
                    <a:pt x="39180" y="1174054"/>
                  </a:lnTo>
                  <a:lnTo>
                    <a:pt x="27269" y="1131011"/>
                  </a:lnTo>
                  <a:lnTo>
                    <a:pt x="17483" y="1087437"/>
                  </a:lnTo>
                  <a:lnTo>
                    <a:pt x="9848" y="1043433"/>
                  </a:lnTo>
                  <a:lnTo>
                    <a:pt x="4381" y="999106"/>
                  </a:lnTo>
                  <a:lnTo>
                    <a:pt x="1096" y="954567"/>
                  </a:lnTo>
                  <a:lnTo>
                    <a:pt x="0" y="909919"/>
                  </a:lnTo>
                  <a:lnTo>
                    <a:pt x="68" y="898753"/>
                  </a:lnTo>
                  <a:lnTo>
                    <a:pt x="1712" y="854121"/>
                  </a:lnTo>
                  <a:lnTo>
                    <a:pt x="5544" y="809625"/>
                  </a:lnTo>
                  <a:lnTo>
                    <a:pt x="11554" y="765369"/>
                  </a:lnTo>
                  <a:lnTo>
                    <a:pt x="19729" y="721464"/>
                  </a:lnTo>
                  <a:lnTo>
                    <a:pt x="30048" y="678011"/>
                  </a:lnTo>
                  <a:lnTo>
                    <a:pt x="42487" y="635118"/>
                  </a:lnTo>
                  <a:lnTo>
                    <a:pt x="57016" y="592885"/>
                  </a:lnTo>
                  <a:lnTo>
                    <a:pt x="73600" y="551417"/>
                  </a:lnTo>
                  <a:lnTo>
                    <a:pt x="92198" y="510813"/>
                  </a:lnTo>
                  <a:lnTo>
                    <a:pt x="112766" y="471169"/>
                  </a:lnTo>
                  <a:lnTo>
                    <a:pt x="135255" y="432583"/>
                  </a:lnTo>
                  <a:lnTo>
                    <a:pt x="159610" y="395148"/>
                  </a:lnTo>
                  <a:lnTo>
                    <a:pt x="185772" y="358952"/>
                  </a:lnTo>
                  <a:lnTo>
                    <a:pt x="213679" y="324083"/>
                  </a:lnTo>
                  <a:lnTo>
                    <a:pt x="243263" y="290626"/>
                  </a:lnTo>
                  <a:lnTo>
                    <a:pt x="274453" y="258661"/>
                  </a:lnTo>
                  <a:lnTo>
                    <a:pt x="307175" y="228265"/>
                  </a:lnTo>
                  <a:lnTo>
                    <a:pt x="341348" y="199510"/>
                  </a:lnTo>
                  <a:lnTo>
                    <a:pt x="376890" y="172468"/>
                  </a:lnTo>
                  <a:lnTo>
                    <a:pt x="413717" y="147201"/>
                  </a:lnTo>
                  <a:lnTo>
                    <a:pt x="451740" y="123773"/>
                  </a:lnTo>
                  <a:lnTo>
                    <a:pt x="490867" y="102238"/>
                  </a:lnTo>
                  <a:lnTo>
                    <a:pt x="531002" y="82649"/>
                  </a:lnTo>
                  <a:lnTo>
                    <a:pt x="572050" y="65053"/>
                  </a:lnTo>
                  <a:lnTo>
                    <a:pt x="613915" y="49492"/>
                  </a:lnTo>
                  <a:lnTo>
                    <a:pt x="656489" y="36004"/>
                  </a:lnTo>
                  <a:lnTo>
                    <a:pt x="699676" y="24622"/>
                  </a:lnTo>
                  <a:lnTo>
                    <a:pt x="743367" y="15372"/>
                  </a:lnTo>
                  <a:lnTo>
                    <a:pt x="787462" y="8277"/>
                  </a:lnTo>
                  <a:lnTo>
                    <a:pt x="831851" y="3355"/>
                  </a:lnTo>
                  <a:lnTo>
                    <a:pt x="876429" y="616"/>
                  </a:lnTo>
                  <a:lnTo>
                    <a:pt x="909919" y="0"/>
                  </a:lnTo>
                  <a:lnTo>
                    <a:pt x="921085" y="68"/>
                  </a:lnTo>
                  <a:lnTo>
                    <a:pt x="965716" y="1712"/>
                  </a:lnTo>
                  <a:lnTo>
                    <a:pt x="1010212" y="5544"/>
                  </a:lnTo>
                  <a:lnTo>
                    <a:pt x="1054469" y="11554"/>
                  </a:lnTo>
                  <a:lnTo>
                    <a:pt x="1098374" y="19729"/>
                  </a:lnTo>
                  <a:lnTo>
                    <a:pt x="1141827" y="30048"/>
                  </a:lnTo>
                  <a:lnTo>
                    <a:pt x="1184720" y="42487"/>
                  </a:lnTo>
                  <a:lnTo>
                    <a:pt x="1226952" y="57016"/>
                  </a:lnTo>
                  <a:lnTo>
                    <a:pt x="1268421" y="73600"/>
                  </a:lnTo>
                  <a:lnTo>
                    <a:pt x="1309025" y="92198"/>
                  </a:lnTo>
                  <a:lnTo>
                    <a:pt x="1348667" y="112766"/>
                  </a:lnTo>
                  <a:lnTo>
                    <a:pt x="1387255" y="135255"/>
                  </a:lnTo>
                  <a:lnTo>
                    <a:pt x="1424690" y="159610"/>
                  </a:lnTo>
                  <a:lnTo>
                    <a:pt x="1460886" y="185772"/>
                  </a:lnTo>
                  <a:lnTo>
                    <a:pt x="1495754" y="213679"/>
                  </a:lnTo>
                  <a:lnTo>
                    <a:pt x="1529212" y="243263"/>
                  </a:lnTo>
                  <a:lnTo>
                    <a:pt x="1561178" y="274453"/>
                  </a:lnTo>
                  <a:lnTo>
                    <a:pt x="1591573" y="307175"/>
                  </a:lnTo>
                  <a:lnTo>
                    <a:pt x="1620328" y="341348"/>
                  </a:lnTo>
                  <a:lnTo>
                    <a:pt x="1647370" y="376890"/>
                  </a:lnTo>
                  <a:lnTo>
                    <a:pt x="1672635" y="413717"/>
                  </a:lnTo>
                  <a:lnTo>
                    <a:pt x="1696064" y="451740"/>
                  </a:lnTo>
                  <a:lnTo>
                    <a:pt x="1717599" y="490867"/>
                  </a:lnTo>
                  <a:lnTo>
                    <a:pt x="1737189" y="531002"/>
                  </a:lnTo>
                  <a:lnTo>
                    <a:pt x="1754784" y="572050"/>
                  </a:lnTo>
                  <a:lnTo>
                    <a:pt x="1770345" y="613915"/>
                  </a:lnTo>
                  <a:lnTo>
                    <a:pt x="1783834" y="656489"/>
                  </a:lnTo>
                  <a:lnTo>
                    <a:pt x="1795216" y="699676"/>
                  </a:lnTo>
                  <a:lnTo>
                    <a:pt x="1804465" y="743367"/>
                  </a:lnTo>
                  <a:lnTo>
                    <a:pt x="1811560" y="787462"/>
                  </a:lnTo>
                  <a:lnTo>
                    <a:pt x="1816483" y="831851"/>
                  </a:lnTo>
                  <a:lnTo>
                    <a:pt x="1819223" y="876429"/>
                  </a:lnTo>
                  <a:lnTo>
                    <a:pt x="1819838" y="909919"/>
                  </a:lnTo>
                  <a:lnTo>
                    <a:pt x="1819770" y="921085"/>
                  </a:lnTo>
                  <a:lnTo>
                    <a:pt x="1818126" y="965716"/>
                  </a:lnTo>
                  <a:lnTo>
                    <a:pt x="1814293" y="1010212"/>
                  </a:lnTo>
                  <a:lnTo>
                    <a:pt x="1808283" y="1054469"/>
                  </a:lnTo>
                  <a:lnTo>
                    <a:pt x="1800108" y="1098374"/>
                  </a:lnTo>
                  <a:lnTo>
                    <a:pt x="1789790" y="1141827"/>
                  </a:lnTo>
                  <a:lnTo>
                    <a:pt x="1777349" y="1184720"/>
                  </a:lnTo>
                  <a:lnTo>
                    <a:pt x="1762822" y="1226952"/>
                  </a:lnTo>
                  <a:lnTo>
                    <a:pt x="1746238" y="1268421"/>
                  </a:lnTo>
                  <a:lnTo>
                    <a:pt x="1727639" y="1309025"/>
                  </a:lnTo>
                  <a:lnTo>
                    <a:pt x="1707071" y="1348667"/>
                  </a:lnTo>
                  <a:lnTo>
                    <a:pt x="1684583" y="1387255"/>
                  </a:lnTo>
                  <a:lnTo>
                    <a:pt x="1660227" y="1424690"/>
                  </a:lnTo>
                  <a:lnTo>
                    <a:pt x="1634067" y="1460886"/>
                  </a:lnTo>
                  <a:lnTo>
                    <a:pt x="1606159" y="1495754"/>
                  </a:lnTo>
                  <a:lnTo>
                    <a:pt x="1576575" y="1529212"/>
                  </a:lnTo>
                  <a:lnTo>
                    <a:pt x="1545385" y="1561178"/>
                  </a:lnTo>
                  <a:lnTo>
                    <a:pt x="1512663" y="1591573"/>
                  </a:lnTo>
                  <a:lnTo>
                    <a:pt x="1478490" y="1620328"/>
                  </a:lnTo>
                  <a:lnTo>
                    <a:pt x="1442948" y="1647370"/>
                  </a:lnTo>
                  <a:lnTo>
                    <a:pt x="1406121" y="1672635"/>
                  </a:lnTo>
                  <a:lnTo>
                    <a:pt x="1368097" y="1696064"/>
                  </a:lnTo>
                  <a:lnTo>
                    <a:pt x="1328971" y="1717599"/>
                  </a:lnTo>
                  <a:lnTo>
                    <a:pt x="1288836" y="1737189"/>
                  </a:lnTo>
                  <a:lnTo>
                    <a:pt x="1247787" y="1754784"/>
                  </a:lnTo>
                  <a:lnTo>
                    <a:pt x="1205923" y="1770345"/>
                  </a:lnTo>
                  <a:lnTo>
                    <a:pt x="1163349" y="1783834"/>
                  </a:lnTo>
                  <a:lnTo>
                    <a:pt x="1120162" y="1795216"/>
                  </a:lnTo>
                  <a:lnTo>
                    <a:pt x="1076471" y="1804465"/>
                  </a:lnTo>
                  <a:lnTo>
                    <a:pt x="1032376" y="1811560"/>
                  </a:lnTo>
                  <a:lnTo>
                    <a:pt x="987987" y="1816483"/>
                  </a:lnTo>
                  <a:lnTo>
                    <a:pt x="943409" y="1819223"/>
                  </a:lnTo>
                  <a:lnTo>
                    <a:pt x="909919" y="1819838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1" name="Google Shape;261;p3"/>
          <p:cNvSpPr txBox="1"/>
          <p:nvPr>
            <p:ph type="title"/>
          </p:nvPr>
        </p:nvSpPr>
        <p:spPr>
          <a:xfrm>
            <a:off x="4733574" y="1086813"/>
            <a:ext cx="29307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5">
            <a:spAutoFit/>
          </a:bodyPr>
          <a:lstStyle/>
          <a:p>
            <a:pPr indent="0" lvl="0" marL="12700" marR="0" rtl="0" algn="l">
              <a:lnSpc>
                <a:spcPct val="119844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200">
                <a:solidFill>
                  <a:srgbClr val="262626"/>
                </a:solidFill>
              </a:rPr>
              <a:t>Outline</a:t>
            </a:r>
            <a:endParaRPr sz="3200"/>
          </a:p>
        </p:txBody>
      </p:sp>
      <p:sp>
        <p:nvSpPr>
          <p:cNvPr id="262" name="Google Shape;262;p3"/>
          <p:cNvSpPr txBox="1"/>
          <p:nvPr/>
        </p:nvSpPr>
        <p:spPr>
          <a:xfrm>
            <a:off x="4733575" y="1674013"/>
            <a:ext cx="3590700" cy="20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-19685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Trebuchet MS"/>
              <a:buChar char="●"/>
            </a:pPr>
            <a:r>
              <a:rPr b="0" i="0" lang="id" sz="13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Recap: Machine learning</a:t>
            </a:r>
            <a:endParaRPr b="0" i="0" sz="13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9685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Trebuchet MS"/>
              <a:buChar char="●"/>
            </a:pPr>
            <a:r>
              <a:rPr b="0" i="0" lang="id" sz="13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Linear Regression</a:t>
            </a:r>
            <a:endParaRPr b="0" i="0" sz="13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9685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Trebuchet MS"/>
              <a:buChar char="●"/>
            </a:pPr>
            <a:r>
              <a:rPr b="0" i="0" lang="id" sz="13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Linear Regression with Python</a:t>
            </a:r>
            <a:endParaRPr b="0" i="0" sz="13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49" lvl="1" marL="54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Trebuchet MS"/>
              <a:buChar char="○"/>
            </a:pPr>
            <a:r>
              <a:rPr b="0" i="0" lang="id" sz="13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Single predictor</a:t>
            </a:r>
            <a:endParaRPr b="0" i="0" sz="13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49" lvl="1" marL="540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Trebuchet MS"/>
              <a:buChar char="○"/>
            </a:pPr>
            <a:r>
              <a:rPr b="0" i="0" lang="id" sz="13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Multiple predictors</a:t>
            </a:r>
            <a:endParaRPr b="0" i="0" sz="13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9685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Trebuchet MS"/>
              <a:buChar char="●"/>
            </a:pPr>
            <a:r>
              <a:rPr b="0" i="0" lang="id" sz="13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Model diagnostic</a:t>
            </a:r>
            <a:endParaRPr b="0" i="0" sz="13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9685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Trebuchet MS"/>
              <a:buChar char="●"/>
            </a:pPr>
            <a:r>
              <a:rPr b="0" i="0" lang="id" sz="13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Model evaluation</a:t>
            </a:r>
            <a:endParaRPr b="0" i="0" sz="13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3" name="Google Shape;263;p3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"/>
          <p:cNvSpPr txBox="1"/>
          <p:nvPr>
            <p:ph type="title"/>
          </p:nvPr>
        </p:nvSpPr>
        <p:spPr>
          <a:xfrm>
            <a:off x="508000" y="463563"/>
            <a:ext cx="62442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Types of  ML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9" name="Google Shape;269;p4"/>
          <p:cNvSpPr txBox="1"/>
          <p:nvPr/>
        </p:nvSpPr>
        <p:spPr>
          <a:xfrm>
            <a:off x="508000" y="12636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Based on target availability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0" name="Google Shape;270;p4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"/>
          <p:cNvSpPr txBox="1"/>
          <p:nvPr/>
        </p:nvSpPr>
        <p:spPr>
          <a:xfrm>
            <a:off x="516475" y="1516263"/>
            <a:ext cx="17595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id" sz="9600" u="none" cap="none" strike="noStrike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b="0" i="0" sz="9600" u="none" cap="none" strike="noStrike">
              <a:solidFill>
                <a:srgbClr val="EEEEE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72" name="Google Shape;272;p4"/>
          <p:cNvSpPr txBox="1"/>
          <p:nvPr/>
        </p:nvSpPr>
        <p:spPr>
          <a:xfrm>
            <a:off x="931400" y="2180675"/>
            <a:ext cx="2899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d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Supervised learning </a:t>
            </a:r>
            <a:endParaRPr b="1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3" name="Google Shape;273;p4"/>
          <p:cNvSpPr txBox="1"/>
          <p:nvPr/>
        </p:nvSpPr>
        <p:spPr>
          <a:xfrm>
            <a:off x="784675" y="2676750"/>
            <a:ext cx="35166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Supervised = ground truth provided 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I.e. target is available in training data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(x1,y1), (x2,y2), (x3,y3), etc..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Objective: to correctly predict y from unseen data x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Based on target variable type, can further be divided: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Regression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Classification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4" name="Google Shape;274;p4"/>
          <p:cNvSpPr txBox="1"/>
          <p:nvPr/>
        </p:nvSpPr>
        <p:spPr>
          <a:xfrm>
            <a:off x="4474450" y="1516263"/>
            <a:ext cx="17595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id" sz="9600" u="none" cap="none" strike="noStrike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b="0" i="0" sz="9600" u="none" cap="none" strike="noStrike">
              <a:solidFill>
                <a:srgbClr val="EEEEE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75" name="Google Shape;275;p4"/>
          <p:cNvSpPr txBox="1"/>
          <p:nvPr/>
        </p:nvSpPr>
        <p:spPr>
          <a:xfrm>
            <a:off x="4889375" y="2180675"/>
            <a:ext cx="32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d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Unsupervised learning</a:t>
            </a:r>
            <a:endParaRPr b="1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" name="Google Shape;276;p4"/>
          <p:cNvSpPr txBox="1"/>
          <p:nvPr/>
        </p:nvSpPr>
        <p:spPr>
          <a:xfrm>
            <a:off x="4756925" y="2676750"/>
            <a:ext cx="38706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Unsupervised = </a:t>
            </a:r>
            <a:r>
              <a:rPr b="0" i="1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ground truth provided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I.e. target is NOT available in training data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(x1), (x2), (x3), …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Objective: to find hidden patterns in unlabeled data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Clustering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Dimensionality reduction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7" name="Google Shape;277;p4"/>
          <p:cNvSpPr/>
          <p:nvPr/>
        </p:nvSpPr>
        <p:spPr>
          <a:xfrm>
            <a:off x="6519350" y="165150"/>
            <a:ext cx="2492400" cy="682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1" lang="id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RECAP</a:t>
            </a:r>
            <a:endParaRPr b="0" i="1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"/>
          <p:cNvSpPr txBox="1"/>
          <p:nvPr>
            <p:ph type="title"/>
          </p:nvPr>
        </p:nvSpPr>
        <p:spPr>
          <a:xfrm>
            <a:off x="508000" y="463563"/>
            <a:ext cx="62442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Types of  ML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3" name="Google Shape;283;p5"/>
          <p:cNvSpPr txBox="1"/>
          <p:nvPr/>
        </p:nvSpPr>
        <p:spPr>
          <a:xfrm>
            <a:off x="508000" y="12636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Based on target availability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5"/>
          <p:cNvSpPr txBox="1"/>
          <p:nvPr/>
        </p:nvSpPr>
        <p:spPr>
          <a:xfrm>
            <a:off x="516475" y="1516263"/>
            <a:ext cx="17595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id" sz="9600" u="none" cap="none" strike="noStrike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b="0" i="0" sz="9600" u="none" cap="none" strike="noStrike">
              <a:solidFill>
                <a:srgbClr val="EEEEE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86" name="Google Shape;286;p5"/>
          <p:cNvSpPr txBox="1"/>
          <p:nvPr/>
        </p:nvSpPr>
        <p:spPr>
          <a:xfrm>
            <a:off x="931400" y="2180675"/>
            <a:ext cx="2899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d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Supervised learning </a:t>
            </a:r>
            <a:endParaRPr b="1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7" name="Google Shape;287;p5"/>
          <p:cNvSpPr txBox="1"/>
          <p:nvPr/>
        </p:nvSpPr>
        <p:spPr>
          <a:xfrm>
            <a:off x="784675" y="2676750"/>
            <a:ext cx="35166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Supervised = ground truth provided 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I.e. target is available in training data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(x1,y1), (x2,y2), (x3,y3), etc..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Objective: to correctly predict y from unseen data x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Based on target variable type, can further be divided: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Regression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Classification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8" name="Google Shape;288;p5"/>
          <p:cNvSpPr txBox="1"/>
          <p:nvPr/>
        </p:nvSpPr>
        <p:spPr>
          <a:xfrm>
            <a:off x="4474450" y="1516263"/>
            <a:ext cx="17595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id" sz="9600" u="none" cap="none" strike="noStrike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b="0" i="0" sz="9600" u="none" cap="none" strike="noStrike">
              <a:solidFill>
                <a:srgbClr val="EEEEE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89" name="Google Shape;289;p5"/>
          <p:cNvSpPr txBox="1"/>
          <p:nvPr/>
        </p:nvSpPr>
        <p:spPr>
          <a:xfrm>
            <a:off x="4889375" y="2180675"/>
            <a:ext cx="32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d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Unsupervised learning</a:t>
            </a:r>
            <a:endParaRPr b="1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0" name="Google Shape;290;p5"/>
          <p:cNvSpPr txBox="1"/>
          <p:nvPr/>
        </p:nvSpPr>
        <p:spPr>
          <a:xfrm>
            <a:off x="4756925" y="2676750"/>
            <a:ext cx="38706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Unsupervised = </a:t>
            </a:r>
            <a:r>
              <a:rPr b="0" i="1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ground truth provided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I.e. target is NOT available in training data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(x1), (x2), (x3), …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●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Objective: to find hidden patterns in unlabeled data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Clustering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Dimensionality reduction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1" name="Google Shape;291;p5"/>
          <p:cNvSpPr/>
          <p:nvPr/>
        </p:nvSpPr>
        <p:spPr>
          <a:xfrm>
            <a:off x="647550" y="1735525"/>
            <a:ext cx="3755100" cy="3288600"/>
          </a:xfrm>
          <a:prstGeom prst="rect">
            <a:avLst/>
          </a:prstGeom>
          <a:noFill/>
          <a:ln cap="flat" cmpd="sng" w="2857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5"/>
          <p:cNvCxnSpPr/>
          <p:nvPr/>
        </p:nvCxnSpPr>
        <p:spPr>
          <a:xfrm>
            <a:off x="2752750" y="4341400"/>
            <a:ext cx="762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293" name="Google Shape;293;p5"/>
          <p:cNvSpPr/>
          <p:nvPr/>
        </p:nvSpPr>
        <p:spPr>
          <a:xfrm>
            <a:off x="6519350" y="165150"/>
            <a:ext cx="2492400" cy="682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1" lang="id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RECAP</a:t>
            </a:r>
            <a:endParaRPr b="0" i="1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167414c82a_0_149"/>
          <p:cNvSpPr txBox="1"/>
          <p:nvPr/>
        </p:nvSpPr>
        <p:spPr>
          <a:xfrm>
            <a:off x="830775" y="83350"/>
            <a:ext cx="76440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3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Workflow - intinya supervised itu “peramal” yang bisa memprediksi suatu kejadian di masa depan</a:t>
            </a:r>
            <a:endParaRPr b="1" sz="2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99" name="Google Shape;299;g3167414c82a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581" y="1023694"/>
            <a:ext cx="7161637" cy="403331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3167414c82a_0_149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1" name="Google Shape;301;g3167414c82a_0_149"/>
          <p:cNvSpPr/>
          <p:nvPr/>
        </p:nvSpPr>
        <p:spPr>
          <a:xfrm>
            <a:off x="6890950" y="3437325"/>
            <a:ext cx="13839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5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Hasil Prediksi</a:t>
            </a:r>
            <a:endParaRPr b="1" sz="15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2" name="Google Shape;302;g3167414c82a_0_149"/>
          <p:cNvSpPr/>
          <p:nvPr/>
        </p:nvSpPr>
        <p:spPr>
          <a:xfrm>
            <a:off x="1252150" y="2599125"/>
            <a:ext cx="13839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5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Data Lama</a:t>
            </a:r>
            <a:endParaRPr b="1" sz="15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3" name="Google Shape;303;g3167414c82a_0_149"/>
          <p:cNvSpPr/>
          <p:nvPr/>
        </p:nvSpPr>
        <p:spPr>
          <a:xfrm>
            <a:off x="1328350" y="4504125"/>
            <a:ext cx="13839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5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Data Baru</a:t>
            </a:r>
            <a:endParaRPr b="1" sz="15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4" name="Google Shape;304;g3167414c82a_0_149"/>
          <p:cNvSpPr/>
          <p:nvPr/>
        </p:nvSpPr>
        <p:spPr>
          <a:xfrm>
            <a:off x="5290750" y="4351725"/>
            <a:ext cx="16002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5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Proses Prediksi</a:t>
            </a:r>
            <a:endParaRPr b="1" sz="15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"/>
          <p:cNvSpPr txBox="1"/>
          <p:nvPr>
            <p:ph type="title"/>
          </p:nvPr>
        </p:nvSpPr>
        <p:spPr>
          <a:xfrm>
            <a:off x="508000" y="463563"/>
            <a:ext cx="62442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Machine Learning Logic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0" name="Google Shape;310;p7"/>
          <p:cNvSpPr txBox="1"/>
          <p:nvPr/>
        </p:nvSpPr>
        <p:spPr>
          <a:xfrm>
            <a:off x="508000" y="12636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Logic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7"/>
          <p:cNvPicPr preferRelativeResize="0"/>
          <p:nvPr/>
        </p:nvPicPr>
        <p:blipFill rotWithShape="1">
          <a:blip r:embed="rId4">
            <a:alphaModFix/>
          </a:blip>
          <a:srcRect b="0" l="0" r="10127" t="0"/>
          <a:stretch/>
        </p:blipFill>
        <p:spPr>
          <a:xfrm>
            <a:off x="1017264" y="2497164"/>
            <a:ext cx="7084444" cy="1261511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3" name="Google Shape;313;p7"/>
          <p:cNvPicPr preferRelativeResize="0"/>
          <p:nvPr/>
        </p:nvPicPr>
        <p:blipFill rotWithShape="1">
          <a:blip r:embed="rId4">
            <a:alphaModFix/>
          </a:blip>
          <a:srcRect b="0" l="89868" r="0" t="0"/>
          <a:stretch/>
        </p:blipFill>
        <p:spPr>
          <a:xfrm>
            <a:off x="8202335" y="2494177"/>
            <a:ext cx="798664" cy="1261533"/>
          </a:xfrm>
          <a:prstGeom prst="rect">
            <a:avLst/>
          </a:prstGeom>
          <a:noFill/>
          <a:ln cap="flat" cmpd="sng" w="28575">
            <a:solidFill>
              <a:srgbClr val="F08B33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314" name="Google Shape;314;p7"/>
          <p:cNvCxnSpPr/>
          <p:nvPr/>
        </p:nvCxnSpPr>
        <p:spPr>
          <a:xfrm>
            <a:off x="1015525" y="2363295"/>
            <a:ext cx="7086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315" name="Google Shape;315;p7"/>
          <p:cNvSpPr txBox="1"/>
          <p:nvPr/>
        </p:nvSpPr>
        <p:spPr>
          <a:xfrm>
            <a:off x="3724205" y="2085091"/>
            <a:ext cx="16686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b="1" i="1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7"/>
          <p:cNvSpPr txBox="1"/>
          <p:nvPr/>
        </p:nvSpPr>
        <p:spPr>
          <a:xfrm>
            <a:off x="8285764" y="2085102"/>
            <a:ext cx="6216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id" sz="1200" u="none" cap="none" strike="noStrike">
                <a:solidFill>
                  <a:srgbClr val="F08B33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endParaRPr b="1" i="1" sz="1200" u="none" cap="none" strike="noStrike">
              <a:solidFill>
                <a:srgbClr val="F08B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7"/>
          <p:cNvSpPr txBox="1"/>
          <p:nvPr/>
        </p:nvSpPr>
        <p:spPr>
          <a:xfrm rot="1291">
            <a:off x="122278" y="2845381"/>
            <a:ext cx="7986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Past Data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7"/>
          <p:cNvPicPr preferRelativeResize="0"/>
          <p:nvPr/>
        </p:nvPicPr>
        <p:blipFill rotWithShape="1">
          <a:blip r:embed="rId5">
            <a:alphaModFix/>
          </a:blip>
          <a:srcRect b="0" l="0" r="10346" t="0"/>
          <a:stretch/>
        </p:blipFill>
        <p:spPr>
          <a:xfrm>
            <a:off x="1015525" y="4273550"/>
            <a:ext cx="7086000" cy="246198"/>
          </a:xfrm>
          <a:prstGeom prst="rect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9" name="Google Shape;319;p7"/>
          <p:cNvSpPr txBox="1"/>
          <p:nvPr/>
        </p:nvSpPr>
        <p:spPr>
          <a:xfrm>
            <a:off x="8285764" y="4190492"/>
            <a:ext cx="6216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id" sz="1400" u="none" cap="none" strike="noStrike">
                <a:solidFill>
                  <a:srgbClr val="F08B33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1" i="1" sz="1400" u="none" cap="none" strike="noStrike">
              <a:solidFill>
                <a:srgbClr val="F08B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7"/>
          <p:cNvSpPr txBox="1"/>
          <p:nvPr/>
        </p:nvSpPr>
        <p:spPr>
          <a:xfrm rot="1291">
            <a:off x="122278" y="4131378"/>
            <a:ext cx="7986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d" sz="12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New Data</a:t>
            </a:r>
            <a:endParaRPr b="1" i="0" sz="1200" u="none" cap="none" strike="noStrike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7"/>
          <p:cNvSpPr txBox="1"/>
          <p:nvPr/>
        </p:nvSpPr>
        <p:spPr>
          <a:xfrm>
            <a:off x="470150" y="1516275"/>
            <a:ext cx="76731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id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past data to make our model learns the feature-target relationship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rabicPeriod"/>
            </a:pPr>
            <a:r>
              <a:rPr b="0" i="0" lang="id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the learned model to predict the target variable for new data points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2" name="Google Shape;322;p7"/>
          <p:cNvSpPr txBox="1"/>
          <p:nvPr/>
        </p:nvSpPr>
        <p:spPr>
          <a:xfrm>
            <a:off x="977900" y="3719156"/>
            <a:ext cx="205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many more rows…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8"/>
          <p:cNvSpPr txBox="1"/>
          <p:nvPr>
            <p:ph type="title"/>
          </p:nvPr>
        </p:nvSpPr>
        <p:spPr>
          <a:xfrm>
            <a:off x="508000" y="463575"/>
            <a:ext cx="71394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ML Example (Regression)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6366974" y="2428175"/>
            <a:ext cx="741900" cy="252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5997643" y="2428175"/>
            <a:ext cx="379500" cy="2520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4720524" y="2428175"/>
            <a:ext cx="1111200" cy="252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4319701" y="2428175"/>
            <a:ext cx="379500" cy="2520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3130831" y="2428175"/>
            <a:ext cx="1010700" cy="252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2783326" y="2428175"/>
            <a:ext cx="348600" cy="2520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2229630" y="2428175"/>
            <a:ext cx="379500" cy="2520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1422925" y="2428175"/>
            <a:ext cx="608700" cy="252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8"/>
          <p:cNvSpPr txBox="1"/>
          <p:nvPr/>
        </p:nvSpPr>
        <p:spPr>
          <a:xfrm>
            <a:off x="213225" y="2327525"/>
            <a:ext cx="80991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d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GMV = 0.7 + 2.1 socmed + 3.3 onmedia + 1.4 DOOH </a:t>
            </a:r>
            <a:endParaRPr b="1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38" name="Google Shape;338;p8"/>
          <p:cNvCxnSpPr/>
          <p:nvPr/>
        </p:nvCxnSpPr>
        <p:spPr>
          <a:xfrm>
            <a:off x="1720600" y="2771000"/>
            <a:ext cx="0" cy="668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9" name="Google Shape;339;p8"/>
          <p:cNvCxnSpPr/>
          <p:nvPr/>
        </p:nvCxnSpPr>
        <p:spPr>
          <a:xfrm>
            <a:off x="2423985" y="2771000"/>
            <a:ext cx="0" cy="263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0" name="Google Shape;340;p8"/>
          <p:cNvCxnSpPr/>
          <p:nvPr/>
        </p:nvCxnSpPr>
        <p:spPr>
          <a:xfrm>
            <a:off x="2966177" y="2771000"/>
            <a:ext cx="0" cy="263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1" name="Google Shape;341;p8"/>
          <p:cNvCxnSpPr/>
          <p:nvPr/>
        </p:nvCxnSpPr>
        <p:spPr>
          <a:xfrm>
            <a:off x="4516554" y="2771000"/>
            <a:ext cx="0" cy="263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2" name="Google Shape;342;p8"/>
          <p:cNvCxnSpPr/>
          <p:nvPr/>
        </p:nvCxnSpPr>
        <p:spPr>
          <a:xfrm>
            <a:off x="6192954" y="2771000"/>
            <a:ext cx="0" cy="263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3" name="Google Shape;343;p8"/>
          <p:cNvCxnSpPr/>
          <p:nvPr/>
        </p:nvCxnSpPr>
        <p:spPr>
          <a:xfrm rot="10800000">
            <a:off x="3610950" y="2111650"/>
            <a:ext cx="0" cy="263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4" name="Google Shape;344;p8"/>
          <p:cNvCxnSpPr/>
          <p:nvPr/>
        </p:nvCxnSpPr>
        <p:spPr>
          <a:xfrm rot="10800000">
            <a:off x="5278558" y="2111650"/>
            <a:ext cx="0" cy="263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5" name="Google Shape;345;p8"/>
          <p:cNvCxnSpPr/>
          <p:nvPr/>
        </p:nvCxnSpPr>
        <p:spPr>
          <a:xfrm rot="10800000">
            <a:off x="6735150" y="2111650"/>
            <a:ext cx="0" cy="263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6" name="Google Shape;346;p8"/>
          <p:cNvSpPr/>
          <p:nvPr/>
        </p:nvSpPr>
        <p:spPr>
          <a:xfrm>
            <a:off x="1324950" y="3518350"/>
            <a:ext cx="852900" cy="318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8575">
            <a:solidFill>
              <a:srgbClr val="9FC5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d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Target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2239350" y="3075800"/>
            <a:ext cx="4246800" cy="318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8575">
            <a:solidFill>
              <a:srgbClr val="FFE5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d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Parameters/Coefficients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3121501" y="1780400"/>
            <a:ext cx="3971100" cy="318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8575">
            <a:solidFill>
              <a:srgbClr val="B6D7A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d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Features/Predictors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6519350" y="165150"/>
            <a:ext cx="2492400" cy="682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1" lang="id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RECAP</a:t>
            </a:r>
            <a:endParaRPr b="0" i="1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8"/>
          <p:cNvSpPr txBox="1"/>
          <p:nvPr/>
        </p:nvSpPr>
        <p:spPr>
          <a:xfrm>
            <a:off x="590675" y="4159350"/>
            <a:ext cx="7669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The above is an example of a regression model: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Predict GMV (Sales omzet)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Predictors are different advertising channels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1" name="Google Shape;351;p8"/>
          <p:cNvSpPr txBox="1"/>
          <p:nvPr/>
        </p:nvSpPr>
        <p:spPr>
          <a:xfrm>
            <a:off x="590675" y="1187550"/>
            <a:ext cx="72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d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Consider a model to predict sales omzet (GMV) using different advertising channels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6200" y="152400"/>
            <a:ext cx="6451601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9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6d52a964cb_0_158"/>
          <p:cNvSpPr txBox="1"/>
          <p:nvPr/>
        </p:nvSpPr>
        <p:spPr>
          <a:xfrm>
            <a:off x="1435425" y="926306"/>
            <a:ext cx="6329400" cy="29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id" sz="2300">
                <a:solidFill>
                  <a:srgbClr val="B45F06"/>
                </a:solidFill>
                <a:latin typeface="Georgia"/>
                <a:ea typeface="Georgia"/>
                <a:cs typeface="Georgia"/>
                <a:sym typeface="Georgia"/>
              </a:rPr>
              <a:t>Contoh Case</a:t>
            </a:r>
            <a:endParaRPr b="1" sz="2300">
              <a:solidFill>
                <a:srgbClr val="B45F0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Anda s</a:t>
            </a:r>
            <a:r>
              <a:rPr lang="id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eorang data scientist, menerima sebuah tugas dari stakeholders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tolong </a:t>
            </a:r>
            <a:r>
              <a:rPr b="1" lang="id" sz="1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</a:t>
            </a:r>
            <a:r>
              <a:rPr b="1" lang="id" sz="1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rediksi pendapatan penjualan dengan biaya iklan yang dibayarkan di tiktok,</a:t>
            </a:r>
            <a:endParaRPr b="1" sz="1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Hasil prediksi</a:t>
            </a:r>
            <a:r>
              <a:rPr lang="id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tersebut diharapkan dapat membantu </a:t>
            </a:r>
            <a:r>
              <a:rPr lang="id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stakeholders </a:t>
            </a:r>
            <a:r>
              <a:rPr lang="id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dalam </a:t>
            </a:r>
            <a:r>
              <a:rPr lang="id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dalam </a:t>
            </a:r>
            <a:r>
              <a:rPr lang="id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memproyeksikan biaya ikan di bulan depan </a:t>
            </a:r>
            <a:r>
              <a:rPr lang="id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 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Bagaimana kira-kira caranya?</a:t>
            </a:r>
            <a:endParaRPr b="1"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3" name="Google Shape;363;g36d52a964cb_0_158"/>
          <p:cNvSpPr/>
          <p:nvPr/>
        </p:nvSpPr>
        <p:spPr>
          <a:xfrm>
            <a:off x="8549158" y="456279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6d52a964cb_0_152"/>
          <p:cNvSpPr txBox="1"/>
          <p:nvPr/>
        </p:nvSpPr>
        <p:spPr>
          <a:xfrm>
            <a:off x="548400" y="1623863"/>
            <a:ext cx="6556200" cy="29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graphicFrame>
        <p:nvGraphicFramePr>
          <p:cNvPr id="370" name="Google Shape;370;g36d52a964cb_0_152"/>
          <p:cNvGraphicFramePr/>
          <p:nvPr/>
        </p:nvGraphicFramePr>
        <p:xfrm>
          <a:off x="1143000" y="83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{8A8C9BB7-AF86-4865-8692-EE13FB62CA09}</a:tableStyleId>
              </a:tblPr>
              <a:tblGrid>
                <a:gridCol w="699475"/>
                <a:gridCol w="8133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>
                          <a:solidFill>
                            <a:srgbClr val="FFFFFF"/>
                          </a:solidFill>
                        </a:rPr>
                        <a:t>ads costs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  <a:extLst>
                      <a:ext uri="http://customooxmlschemas.google.com/">
                        <go:slidesCustomData xmlns:go="http://customooxmlschemas.google.com/" cellId="370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>
                          <a:solidFill>
                            <a:srgbClr val="FFFFFF"/>
                          </a:solidFill>
                        </a:rPr>
                        <a:t>income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  <a:extLst>
                      <a:ext uri="http://customooxmlschemas.google.com/">
                        <go:slidesCustomData xmlns:go="http://customooxmlschemas.google.com/" cellId="370:0:1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10000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15000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1:1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20000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25000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2:1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30000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33000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3:1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35000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40000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4:1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45000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55000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5:1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50000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70000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6:1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60000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75000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7:1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70000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80000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8:1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74000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84000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9:1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80000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87000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10:1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90000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105000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11:1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95000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113000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12:1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99000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117000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13:1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105000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1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125000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14:1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118000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1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000"/>
                        <a:t>130000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370:15:1"/>
                      </a:ext>
                    </a:extLst>
                  </a:tcPr>
                </a:tc>
              </a:tr>
            </a:tbl>
          </a:graphicData>
        </a:graphic>
      </p:graphicFrame>
      <p:pic>
        <p:nvPicPr>
          <p:cNvPr id="371" name="Google Shape;371;g36d52a964cb_0_152" title="income vs ads costs 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8950" y="357150"/>
            <a:ext cx="3608824" cy="22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g36d52a964cb_0_152" title="income vs ads costs 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7075" y="2724150"/>
            <a:ext cx="3608824" cy="2176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3" name="Google Shape;373;g36d52a964cb_0_152"/>
          <p:cNvCxnSpPr/>
          <p:nvPr/>
        </p:nvCxnSpPr>
        <p:spPr>
          <a:xfrm flipH="1" rot="10800000">
            <a:off x="4568225" y="2865600"/>
            <a:ext cx="3615600" cy="1521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g36d52a964cb_0_152"/>
          <p:cNvSpPr/>
          <p:nvPr/>
        </p:nvSpPr>
        <p:spPr>
          <a:xfrm>
            <a:off x="1119725" y="302325"/>
            <a:ext cx="1536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raw data</a:t>
            </a:r>
            <a:endParaRPr/>
          </a:p>
        </p:txBody>
      </p:sp>
      <p:sp>
        <p:nvSpPr>
          <p:cNvPr id="375" name="Google Shape;375;g36d52a964cb_0_152"/>
          <p:cNvSpPr/>
          <p:nvPr/>
        </p:nvSpPr>
        <p:spPr>
          <a:xfrm>
            <a:off x="4548725" y="73725"/>
            <a:ext cx="27624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trend income vs ads costs</a:t>
            </a:r>
            <a:endParaRPr/>
          </a:p>
        </p:txBody>
      </p:sp>
      <p:sp>
        <p:nvSpPr>
          <p:cNvPr id="376" name="Google Shape;376;g36d52a964cb_0_152"/>
          <p:cNvSpPr/>
          <p:nvPr/>
        </p:nvSpPr>
        <p:spPr>
          <a:xfrm>
            <a:off x="4624925" y="2435925"/>
            <a:ext cx="27624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prediksi income vs ads costs</a:t>
            </a:r>
            <a:endParaRPr/>
          </a:p>
        </p:txBody>
      </p:sp>
      <p:cxnSp>
        <p:nvCxnSpPr>
          <p:cNvPr id="377" name="Google Shape;377;g36d52a964cb_0_152"/>
          <p:cNvCxnSpPr/>
          <p:nvPr/>
        </p:nvCxnSpPr>
        <p:spPr>
          <a:xfrm>
            <a:off x="7699400" y="3082825"/>
            <a:ext cx="0" cy="1411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8" name="Google Shape;378;g36d52a964cb_0_152"/>
          <p:cNvCxnSpPr/>
          <p:nvPr/>
        </p:nvCxnSpPr>
        <p:spPr>
          <a:xfrm rot="10800000">
            <a:off x="4626750" y="3074475"/>
            <a:ext cx="3081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79" name="Google Shape;379;g36d52a964cb_0_152"/>
          <p:cNvSpPr/>
          <p:nvPr/>
        </p:nvSpPr>
        <p:spPr>
          <a:xfrm>
            <a:off x="7657700" y="3049425"/>
            <a:ext cx="83400" cy="50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6d52a964cb_0_152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" name="Google Shape;385;p10"/>
          <p:cNvGrpSpPr/>
          <p:nvPr/>
        </p:nvGrpSpPr>
        <p:grpSpPr>
          <a:xfrm>
            <a:off x="0" y="2"/>
            <a:ext cx="9144000" cy="2081215"/>
            <a:chOff x="0" y="5"/>
            <a:chExt cx="18288000" cy="4162430"/>
          </a:xfrm>
        </p:grpSpPr>
        <p:sp>
          <p:nvSpPr>
            <p:cNvPr id="386" name="Google Shape;386;p10"/>
            <p:cNvSpPr/>
            <p:nvPr/>
          </p:nvSpPr>
          <p:spPr>
            <a:xfrm>
              <a:off x="0" y="5"/>
              <a:ext cx="18288000" cy="4162425"/>
            </a:xfrm>
            <a:custGeom>
              <a:rect b="b" l="l" r="r" t="t"/>
              <a:pathLst>
                <a:path extrusionOk="0" h="4162425" w="18288000">
                  <a:moveTo>
                    <a:pt x="18288000" y="4162425"/>
                  </a:moveTo>
                  <a:lnTo>
                    <a:pt x="0" y="4162425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4162425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0"/>
            <p:cNvSpPr/>
            <p:nvPr/>
          </p:nvSpPr>
          <p:spPr>
            <a:xfrm>
              <a:off x="14123883" y="10"/>
              <a:ext cx="4162425" cy="4162425"/>
            </a:xfrm>
            <a:custGeom>
              <a:rect b="b" l="l" r="r" t="t"/>
              <a:pathLst>
                <a:path extrusionOk="0" h="4162425" w="4162425">
                  <a:moveTo>
                    <a:pt x="1853526" y="4162411"/>
                  </a:moveTo>
                  <a:lnTo>
                    <a:pt x="0" y="4162411"/>
                  </a:lnTo>
                  <a:lnTo>
                    <a:pt x="276" y="4113909"/>
                  </a:lnTo>
                  <a:lnTo>
                    <a:pt x="1105" y="4065539"/>
                  </a:lnTo>
                  <a:lnTo>
                    <a:pt x="2481" y="4017305"/>
                  </a:lnTo>
                  <a:lnTo>
                    <a:pt x="4404" y="3969210"/>
                  </a:lnTo>
                  <a:lnTo>
                    <a:pt x="6869" y="3921256"/>
                  </a:lnTo>
                  <a:lnTo>
                    <a:pt x="9873" y="3873446"/>
                  </a:lnTo>
                  <a:lnTo>
                    <a:pt x="13414" y="3825784"/>
                  </a:lnTo>
                  <a:lnTo>
                    <a:pt x="17489" y="3778273"/>
                  </a:lnTo>
                  <a:lnTo>
                    <a:pt x="22094" y="3730914"/>
                  </a:lnTo>
                  <a:lnTo>
                    <a:pt x="27227" y="3683713"/>
                  </a:lnTo>
                  <a:lnTo>
                    <a:pt x="32884" y="3636671"/>
                  </a:lnTo>
                  <a:lnTo>
                    <a:pt x="39063" y="3589791"/>
                  </a:lnTo>
                  <a:lnTo>
                    <a:pt x="45761" y="3543077"/>
                  </a:lnTo>
                  <a:lnTo>
                    <a:pt x="52974" y="3496531"/>
                  </a:lnTo>
                  <a:lnTo>
                    <a:pt x="60700" y="3450156"/>
                  </a:lnTo>
                  <a:lnTo>
                    <a:pt x="68935" y="3403956"/>
                  </a:lnTo>
                  <a:lnTo>
                    <a:pt x="77677" y="3357934"/>
                  </a:lnTo>
                  <a:lnTo>
                    <a:pt x="86923" y="3312091"/>
                  </a:lnTo>
                  <a:lnTo>
                    <a:pt x="96670" y="3266433"/>
                  </a:lnTo>
                  <a:lnTo>
                    <a:pt x="106914" y="3220960"/>
                  </a:lnTo>
                  <a:lnTo>
                    <a:pt x="117652" y="3175677"/>
                  </a:lnTo>
                  <a:lnTo>
                    <a:pt x="128883" y="3130587"/>
                  </a:lnTo>
                  <a:lnTo>
                    <a:pt x="140602" y="3085691"/>
                  </a:lnTo>
                  <a:lnTo>
                    <a:pt x="152806" y="3040994"/>
                  </a:lnTo>
                  <a:lnTo>
                    <a:pt x="165494" y="2996499"/>
                  </a:lnTo>
                  <a:lnTo>
                    <a:pt x="178661" y="2952208"/>
                  </a:lnTo>
                  <a:lnTo>
                    <a:pt x="192305" y="2908124"/>
                  </a:lnTo>
                  <a:lnTo>
                    <a:pt x="206422" y="2864250"/>
                  </a:lnTo>
                  <a:lnTo>
                    <a:pt x="221011" y="2820590"/>
                  </a:lnTo>
                  <a:lnTo>
                    <a:pt x="236067" y="2777146"/>
                  </a:lnTo>
                  <a:lnTo>
                    <a:pt x="251587" y="2733922"/>
                  </a:lnTo>
                  <a:lnTo>
                    <a:pt x="267570" y="2690919"/>
                  </a:lnTo>
                  <a:lnTo>
                    <a:pt x="284011" y="2648142"/>
                  </a:lnTo>
                  <a:lnTo>
                    <a:pt x="300908" y="2605594"/>
                  </a:lnTo>
                  <a:lnTo>
                    <a:pt x="318258" y="2563276"/>
                  </a:lnTo>
                  <a:lnTo>
                    <a:pt x="336057" y="2521193"/>
                  </a:lnTo>
                  <a:lnTo>
                    <a:pt x="354304" y="2479347"/>
                  </a:lnTo>
                  <a:lnTo>
                    <a:pt x="372994" y="2437742"/>
                  </a:lnTo>
                  <a:lnTo>
                    <a:pt x="392125" y="2396380"/>
                  </a:lnTo>
                  <a:lnTo>
                    <a:pt x="411693" y="2355263"/>
                  </a:lnTo>
                  <a:lnTo>
                    <a:pt x="431697" y="2314397"/>
                  </a:lnTo>
                  <a:lnTo>
                    <a:pt x="452132" y="2273782"/>
                  </a:lnTo>
                  <a:lnTo>
                    <a:pt x="472996" y="2233423"/>
                  </a:lnTo>
                  <a:lnTo>
                    <a:pt x="494286" y="2193322"/>
                  </a:lnTo>
                  <a:lnTo>
                    <a:pt x="515999" y="2153482"/>
                  </a:lnTo>
                  <a:lnTo>
                    <a:pt x="538132" y="2113906"/>
                  </a:lnTo>
                  <a:lnTo>
                    <a:pt x="560681" y="2074597"/>
                  </a:lnTo>
                  <a:lnTo>
                    <a:pt x="583644" y="2035559"/>
                  </a:lnTo>
                  <a:lnTo>
                    <a:pt x="607018" y="1996794"/>
                  </a:lnTo>
                  <a:lnTo>
                    <a:pt x="630800" y="1958305"/>
                  </a:lnTo>
                  <a:lnTo>
                    <a:pt x="654987" y="1920095"/>
                  </a:lnTo>
                  <a:lnTo>
                    <a:pt x="679576" y="1882168"/>
                  </a:lnTo>
                  <a:lnTo>
                    <a:pt x="704564" y="1844525"/>
                  </a:lnTo>
                  <a:lnTo>
                    <a:pt x="729947" y="1807171"/>
                  </a:lnTo>
                  <a:lnTo>
                    <a:pt x="755724" y="1770108"/>
                  </a:lnTo>
                  <a:lnTo>
                    <a:pt x="781890" y="1733339"/>
                  </a:lnTo>
                  <a:lnTo>
                    <a:pt x="808444" y="1696867"/>
                  </a:lnTo>
                  <a:lnTo>
                    <a:pt x="835381" y="1660695"/>
                  </a:lnTo>
                  <a:lnTo>
                    <a:pt x="862699" y="1624827"/>
                  </a:lnTo>
                  <a:lnTo>
                    <a:pt x="890395" y="1589264"/>
                  </a:lnTo>
                  <a:lnTo>
                    <a:pt x="918466" y="1554011"/>
                  </a:lnTo>
                  <a:lnTo>
                    <a:pt x="946909" y="1519069"/>
                  </a:lnTo>
                  <a:lnTo>
                    <a:pt x="975721" y="1484443"/>
                  </a:lnTo>
                  <a:lnTo>
                    <a:pt x="1004899" y="1450135"/>
                  </a:lnTo>
                  <a:lnTo>
                    <a:pt x="1034440" y="1416148"/>
                  </a:lnTo>
                  <a:lnTo>
                    <a:pt x="1064341" y="1382485"/>
                  </a:lnTo>
                  <a:lnTo>
                    <a:pt x="1094599" y="1349149"/>
                  </a:lnTo>
                  <a:lnTo>
                    <a:pt x="1125211" y="1316143"/>
                  </a:lnTo>
                  <a:lnTo>
                    <a:pt x="1156174" y="1283470"/>
                  </a:lnTo>
                  <a:lnTo>
                    <a:pt x="1187484" y="1251133"/>
                  </a:lnTo>
                  <a:lnTo>
                    <a:pt x="1219140" y="1219135"/>
                  </a:lnTo>
                  <a:lnTo>
                    <a:pt x="1251138" y="1187479"/>
                  </a:lnTo>
                  <a:lnTo>
                    <a:pt x="1283475" y="1156169"/>
                  </a:lnTo>
                  <a:lnTo>
                    <a:pt x="1316148" y="1125206"/>
                  </a:lnTo>
                  <a:lnTo>
                    <a:pt x="1349154" y="1094594"/>
                  </a:lnTo>
                  <a:lnTo>
                    <a:pt x="1382490" y="1064336"/>
                  </a:lnTo>
                  <a:lnTo>
                    <a:pt x="1416153" y="1034435"/>
                  </a:lnTo>
                  <a:lnTo>
                    <a:pt x="1450141" y="1004895"/>
                  </a:lnTo>
                  <a:lnTo>
                    <a:pt x="1484449" y="975717"/>
                  </a:lnTo>
                  <a:lnTo>
                    <a:pt x="1519075" y="946905"/>
                  </a:lnTo>
                  <a:lnTo>
                    <a:pt x="1554017" y="918462"/>
                  </a:lnTo>
                  <a:lnTo>
                    <a:pt x="1589270" y="890391"/>
                  </a:lnTo>
                  <a:lnTo>
                    <a:pt x="1624833" y="862695"/>
                  </a:lnTo>
                  <a:lnTo>
                    <a:pt x="1660702" y="835377"/>
                  </a:lnTo>
                  <a:lnTo>
                    <a:pt x="1696874" y="808440"/>
                  </a:lnTo>
                  <a:lnTo>
                    <a:pt x="1733346" y="781887"/>
                  </a:lnTo>
                  <a:lnTo>
                    <a:pt x="1770115" y="755720"/>
                  </a:lnTo>
                  <a:lnTo>
                    <a:pt x="1807178" y="729944"/>
                  </a:lnTo>
                  <a:lnTo>
                    <a:pt x="1844532" y="704561"/>
                  </a:lnTo>
                  <a:lnTo>
                    <a:pt x="1882175" y="679573"/>
                  </a:lnTo>
                  <a:lnTo>
                    <a:pt x="1920103" y="654984"/>
                  </a:lnTo>
                  <a:lnTo>
                    <a:pt x="1958313" y="630798"/>
                  </a:lnTo>
                  <a:lnTo>
                    <a:pt x="1996802" y="607016"/>
                  </a:lnTo>
                  <a:lnTo>
                    <a:pt x="2035567" y="583642"/>
                  </a:lnTo>
                  <a:lnTo>
                    <a:pt x="2074605" y="560678"/>
                  </a:lnTo>
                  <a:lnTo>
                    <a:pt x="2113914" y="538129"/>
                  </a:lnTo>
                  <a:lnTo>
                    <a:pt x="2153490" y="515996"/>
                  </a:lnTo>
                  <a:lnTo>
                    <a:pt x="2193330" y="494284"/>
                  </a:lnTo>
                  <a:lnTo>
                    <a:pt x="2233431" y="472994"/>
                  </a:lnTo>
                  <a:lnTo>
                    <a:pt x="2273790" y="452130"/>
                  </a:lnTo>
                  <a:lnTo>
                    <a:pt x="2314405" y="431695"/>
                  </a:lnTo>
                  <a:lnTo>
                    <a:pt x="2355272" y="411691"/>
                  </a:lnTo>
                  <a:lnTo>
                    <a:pt x="2396388" y="392123"/>
                  </a:lnTo>
                  <a:lnTo>
                    <a:pt x="2437750" y="372992"/>
                  </a:lnTo>
                  <a:lnTo>
                    <a:pt x="2479356" y="354302"/>
                  </a:lnTo>
                  <a:lnTo>
                    <a:pt x="2521202" y="336056"/>
                  </a:lnTo>
                  <a:lnTo>
                    <a:pt x="2563285" y="318256"/>
                  </a:lnTo>
                  <a:lnTo>
                    <a:pt x="2605603" y="300907"/>
                  </a:lnTo>
                  <a:lnTo>
                    <a:pt x="2648151" y="284010"/>
                  </a:lnTo>
                  <a:lnTo>
                    <a:pt x="2690928" y="267569"/>
                  </a:lnTo>
                  <a:lnTo>
                    <a:pt x="2733931" y="251586"/>
                  </a:lnTo>
                  <a:lnTo>
                    <a:pt x="2777155" y="236066"/>
                  </a:lnTo>
                  <a:lnTo>
                    <a:pt x="2820599" y="221010"/>
                  </a:lnTo>
                  <a:lnTo>
                    <a:pt x="2864260" y="206421"/>
                  </a:lnTo>
                  <a:lnTo>
                    <a:pt x="2908133" y="192304"/>
                  </a:lnTo>
                  <a:lnTo>
                    <a:pt x="2952217" y="178660"/>
                  </a:lnTo>
                  <a:lnTo>
                    <a:pt x="2996508" y="165493"/>
                  </a:lnTo>
                  <a:lnTo>
                    <a:pt x="3041004" y="152806"/>
                  </a:lnTo>
                  <a:lnTo>
                    <a:pt x="3085701" y="140601"/>
                  </a:lnTo>
                  <a:lnTo>
                    <a:pt x="3130596" y="128882"/>
                  </a:lnTo>
                  <a:lnTo>
                    <a:pt x="3175687" y="117652"/>
                  </a:lnTo>
                  <a:lnTo>
                    <a:pt x="3220970" y="106913"/>
                  </a:lnTo>
                  <a:lnTo>
                    <a:pt x="3266443" y="96669"/>
                  </a:lnTo>
                  <a:lnTo>
                    <a:pt x="3312101" y="86923"/>
                  </a:lnTo>
                  <a:lnTo>
                    <a:pt x="3357944" y="77677"/>
                  </a:lnTo>
                  <a:lnTo>
                    <a:pt x="3403966" y="68935"/>
                  </a:lnTo>
                  <a:lnTo>
                    <a:pt x="3450166" y="60700"/>
                  </a:lnTo>
                  <a:lnTo>
                    <a:pt x="3496541" y="52974"/>
                  </a:lnTo>
                  <a:lnTo>
                    <a:pt x="3543087" y="45761"/>
                  </a:lnTo>
                  <a:lnTo>
                    <a:pt x="3589801" y="39063"/>
                  </a:lnTo>
                  <a:lnTo>
                    <a:pt x="3636681" y="32884"/>
                  </a:lnTo>
                  <a:lnTo>
                    <a:pt x="3683723" y="27227"/>
                  </a:lnTo>
                  <a:lnTo>
                    <a:pt x="3730925" y="22094"/>
                  </a:lnTo>
                  <a:lnTo>
                    <a:pt x="3778283" y="17489"/>
                  </a:lnTo>
                  <a:lnTo>
                    <a:pt x="3825794" y="13414"/>
                  </a:lnTo>
                  <a:lnTo>
                    <a:pt x="3873457" y="9873"/>
                  </a:lnTo>
                  <a:lnTo>
                    <a:pt x="3921266" y="6869"/>
                  </a:lnTo>
                  <a:lnTo>
                    <a:pt x="3969220" y="4404"/>
                  </a:lnTo>
                  <a:lnTo>
                    <a:pt x="4017316" y="2481"/>
                  </a:lnTo>
                  <a:lnTo>
                    <a:pt x="4065550" y="1105"/>
                  </a:lnTo>
                  <a:lnTo>
                    <a:pt x="4113919" y="276"/>
                  </a:lnTo>
                  <a:lnTo>
                    <a:pt x="4162421" y="0"/>
                  </a:lnTo>
                  <a:lnTo>
                    <a:pt x="4162421" y="1853505"/>
                  </a:lnTo>
                  <a:lnTo>
                    <a:pt x="4114115" y="1854000"/>
                  </a:lnTo>
                  <a:lnTo>
                    <a:pt x="4066051" y="1855480"/>
                  </a:lnTo>
                  <a:lnTo>
                    <a:pt x="4018238" y="1857934"/>
                  </a:lnTo>
                  <a:lnTo>
                    <a:pt x="3970686" y="1861353"/>
                  </a:lnTo>
                  <a:lnTo>
                    <a:pt x="3923405" y="1865727"/>
                  </a:lnTo>
                  <a:lnTo>
                    <a:pt x="3876404" y="1871047"/>
                  </a:lnTo>
                  <a:lnTo>
                    <a:pt x="3829693" y="1877303"/>
                  </a:lnTo>
                  <a:lnTo>
                    <a:pt x="3783282" y="1884485"/>
                  </a:lnTo>
                  <a:lnTo>
                    <a:pt x="3737179" y="1892583"/>
                  </a:lnTo>
                  <a:lnTo>
                    <a:pt x="3691396" y="1901589"/>
                  </a:lnTo>
                  <a:lnTo>
                    <a:pt x="3645941" y="1911492"/>
                  </a:lnTo>
                  <a:lnTo>
                    <a:pt x="3600825" y="1922283"/>
                  </a:lnTo>
                  <a:lnTo>
                    <a:pt x="3556056" y="1933952"/>
                  </a:lnTo>
                  <a:lnTo>
                    <a:pt x="3511645" y="1946490"/>
                  </a:lnTo>
                  <a:lnTo>
                    <a:pt x="3467600" y="1959886"/>
                  </a:lnTo>
                  <a:lnTo>
                    <a:pt x="3423933" y="1974132"/>
                  </a:lnTo>
                  <a:lnTo>
                    <a:pt x="3380652" y="1989217"/>
                  </a:lnTo>
                  <a:lnTo>
                    <a:pt x="3337766" y="2005132"/>
                  </a:lnTo>
                  <a:lnTo>
                    <a:pt x="3295287" y="2021867"/>
                  </a:lnTo>
                  <a:lnTo>
                    <a:pt x="3253223" y="2039413"/>
                  </a:lnTo>
                  <a:lnTo>
                    <a:pt x="3211583" y="2057760"/>
                  </a:lnTo>
                  <a:lnTo>
                    <a:pt x="3170379" y="2076898"/>
                  </a:lnTo>
                  <a:lnTo>
                    <a:pt x="3129618" y="2096818"/>
                  </a:lnTo>
                  <a:lnTo>
                    <a:pt x="3089312" y="2117510"/>
                  </a:lnTo>
                  <a:lnTo>
                    <a:pt x="3049468" y="2138964"/>
                  </a:lnTo>
                  <a:lnTo>
                    <a:pt x="3010098" y="2161172"/>
                  </a:lnTo>
                  <a:lnTo>
                    <a:pt x="2971211" y="2184122"/>
                  </a:lnTo>
                  <a:lnTo>
                    <a:pt x="2932817" y="2207806"/>
                  </a:lnTo>
                  <a:lnTo>
                    <a:pt x="2894924" y="2232213"/>
                  </a:lnTo>
                  <a:lnTo>
                    <a:pt x="2857543" y="2257335"/>
                  </a:lnTo>
                  <a:lnTo>
                    <a:pt x="2820683" y="2283161"/>
                  </a:lnTo>
                  <a:lnTo>
                    <a:pt x="2784355" y="2309683"/>
                  </a:lnTo>
                  <a:lnTo>
                    <a:pt x="2748567" y="2336889"/>
                  </a:lnTo>
                  <a:lnTo>
                    <a:pt x="2713329" y="2364772"/>
                  </a:lnTo>
                  <a:lnTo>
                    <a:pt x="2678652" y="2393320"/>
                  </a:lnTo>
                  <a:lnTo>
                    <a:pt x="2644543" y="2422524"/>
                  </a:lnTo>
                  <a:lnTo>
                    <a:pt x="2611014" y="2452376"/>
                  </a:lnTo>
                  <a:lnTo>
                    <a:pt x="2578074" y="2482864"/>
                  </a:lnTo>
                  <a:lnTo>
                    <a:pt x="2545733" y="2513980"/>
                  </a:lnTo>
                  <a:lnTo>
                    <a:pt x="2513999" y="2545713"/>
                  </a:lnTo>
                  <a:lnTo>
                    <a:pt x="2482884" y="2578055"/>
                  </a:lnTo>
                  <a:lnTo>
                    <a:pt x="2452395" y="2610995"/>
                  </a:lnTo>
                  <a:lnTo>
                    <a:pt x="2422544" y="2644524"/>
                  </a:lnTo>
                  <a:lnTo>
                    <a:pt x="2393340" y="2678633"/>
                  </a:lnTo>
                  <a:lnTo>
                    <a:pt x="2364792" y="2713310"/>
                  </a:lnTo>
                  <a:lnTo>
                    <a:pt x="2336909" y="2748548"/>
                  </a:lnTo>
                  <a:lnTo>
                    <a:pt x="2309703" y="2784336"/>
                  </a:lnTo>
                  <a:lnTo>
                    <a:pt x="2283182" y="2820665"/>
                  </a:lnTo>
                  <a:lnTo>
                    <a:pt x="2257355" y="2857525"/>
                  </a:lnTo>
                  <a:lnTo>
                    <a:pt x="2232234" y="2894906"/>
                  </a:lnTo>
                  <a:lnTo>
                    <a:pt x="2207826" y="2932799"/>
                  </a:lnTo>
                  <a:lnTo>
                    <a:pt x="2184142" y="2971193"/>
                  </a:lnTo>
                  <a:lnTo>
                    <a:pt x="2161192" y="3010081"/>
                  </a:lnTo>
                  <a:lnTo>
                    <a:pt x="2138985" y="3049451"/>
                  </a:lnTo>
                  <a:lnTo>
                    <a:pt x="2117531" y="3089294"/>
                  </a:lnTo>
                  <a:lnTo>
                    <a:pt x="2096839" y="3129601"/>
                  </a:lnTo>
                  <a:lnTo>
                    <a:pt x="2076919" y="3170362"/>
                  </a:lnTo>
                  <a:lnTo>
                    <a:pt x="2057781" y="3211567"/>
                  </a:lnTo>
                  <a:lnTo>
                    <a:pt x="2039434" y="3253206"/>
                  </a:lnTo>
                  <a:lnTo>
                    <a:pt x="2021888" y="3295271"/>
                  </a:lnTo>
                  <a:lnTo>
                    <a:pt x="2005153" y="3337750"/>
                  </a:lnTo>
                  <a:lnTo>
                    <a:pt x="1989238" y="3380636"/>
                  </a:lnTo>
                  <a:lnTo>
                    <a:pt x="1974152" y="3423917"/>
                  </a:lnTo>
                  <a:lnTo>
                    <a:pt x="1959907" y="3467585"/>
                  </a:lnTo>
                  <a:lnTo>
                    <a:pt x="1946511" y="3511629"/>
                  </a:lnTo>
                  <a:lnTo>
                    <a:pt x="1933973" y="3556041"/>
                  </a:lnTo>
                  <a:lnTo>
                    <a:pt x="1922304" y="3600810"/>
                  </a:lnTo>
                  <a:lnTo>
                    <a:pt x="1911513" y="3645927"/>
                  </a:lnTo>
                  <a:lnTo>
                    <a:pt x="1901610" y="3691382"/>
                  </a:lnTo>
                  <a:lnTo>
                    <a:pt x="1892604" y="3737166"/>
                  </a:lnTo>
                  <a:lnTo>
                    <a:pt x="1884505" y="3783268"/>
                  </a:lnTo>
                  <a:lnTo>
                    <a:pt x="1877323" y="3829680"/>
                  </a:lnTo>
                  <a:lnTo>
                    <a:pt x="1871068" y="3876391"/>
                  </a:lnTo>
                  <a:lnTo>
                    <a:pt x="1865748" y="3923393"/>
                  </a:lnTo>
                  <a:lnTo>
                    <a:pt x="1861374" y="3970674"/>
                  </a:lnTo>
                  <a:lnTo>
                    <a:pt x="1857955" y="4018226"/>
                  </a:lnTo>
                  <a:lnTo>
                    <a:pt x="1855501" y="4066040"/>
                  </a:lnTo>
                  <a:lnTo>
                    <a:pt x="1854021" y="4114105"/>
                  </a:lnTo>
                  <a:lnTo>
                    <a:pt x="1853526" y="4162411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8" name="Google Shape;388;p10"/>
          <p:cNvSpPr txBox="1"/>
          <p:nvPr>
            <p:ph type="title"/>
          </p:nvPr>
        </p:nvSpPr>
        <p:spPr>
          <a:xfrm>
            <a:off x="508000" y="640675"/>
            <a:ext cx="55050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400">
                <a:latin typeface="Georgia"/>
                <a:ea typeface="Georgia"/>
                <a:cs typeface="Georgia"/>
                <a:sym typeface="Georgia"/>
              </a:rPr>
              <a:t>Linear Regression</a:t>
            </a:r>
            <a:endParaRPr sz="440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400">
                <a:latin typeface="Georgia"/>
                <a:ea typeface="Georgia"/>
                <a:cs typeface="Georgia"/>
                <a:sym typeface="Georgia"/>
              </a:rPr>
              <a:t>Formula</a:t>
            </a:r>
            <a:endParaRPr sz="4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0"/>
          <p:cNvSpPr txBox="1"/>
          <p:nvPr/>
        </p:nvSpPr>
        <p:spPr>
          <a:xfrm>
            <a:off x="421525" y="2122283"/>
            <a:ext cx="8077500" cy="30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regression is the oldest statistical model, invented by Legendre in 1805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a high-level, linear regression is all about finding a </a:t>
            </a: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straight line (linear)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fits the data most nicely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mathematical form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is target, x</a:t>
            </a:r>
            <a:r>
              <a:rPr b="0" baseline="-2500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x</a:t>
            </a:r>
            <a:r>
              <a:rPr b="0" baseline="-2500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.. x</a:t>
            </a:r>
            <a:r>
              <a:rPr b="0" baseline="-2500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</a:t>
            </a: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predictors/features 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(set by modeler), b</a:t>
            </a:r>
            <a:r>
              <a:rPr b="0" baseline="-2500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</a:t>
            </a:r>
            <a:r>
              <a:rPr b="0" baseline="-2500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</a:t>
            </a:r>
            <a:r>
              <a:rPr b="0" baseline="-2500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…, b</a:t>
            </a:r>
            <a:r>
              <a:rPr b="0" baseline="-2500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</a:t>
            </a: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parameters/coefficients 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(to learn from data)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Characteristics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Supervised learning (y is provided)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Regression model (y is quantitative/numeric)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" name="Google Shape;39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2412" y="3308400"/>
            <a:ext cx="4740622" cy="58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6d52a964cb_0_249"/>
          <p:cNvSpPr txBox="1"/>
          <p:nvPr>
            <p:ph type="title"/>
          </p:nvPr>
        </p:nvSpPr>
        <p:spPr>
          <a:xfrm>
            <a:off x="4491879" y="356866"/>
            <a:ext cx="42942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97" name="Google Shape;397;g36d52a964cb_0_249"/>
          <p:cNvGraphicFramePr/>
          <p:nvPr/>
        </p:nvGraphicFramePr>
        <p:xfrm>
          <a:off x="241700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{97F9247D-B689-49E0-9D6C-9D3DAB10ABA3}</a:tableStyleId>
              </a:tblPr>
              <a:tblGrid>
                <a:gridCol w="620050"/>
                <a:gridCol w="613750"/>
                <a:gridCol w="609050"/>
                <a:gridCol w="3164100"/>
                <a:gridCol w="15035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X (feature)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Linear Regression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>
                          <a:solidFill>
                            <a:srgbClr val="FF0000"/>
                          </a:solidFill>
                        </a:rPr>
                        <a:t>b0=1, b1=1, b2=2, b3=3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Y (target)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ig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tiktok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>
                          <a:solidFill>
                            <a:schemeClr val="dk1"/>
                          </a:solidFill>
                        </a:rPr>
                        <a:t>y = </a:t>
                      </a:r>
                      <a:r>
                        <a:rPr b="1" lang="id">
                          <a:solidFill>
                            <a:srgbClr val="FF0000"/>
                          </a:solidFill>
                        </a:rPr>
                        <a:t>b0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 + (fb*</a:t>
                      </a:r>
                      <a:r>
                        <a:rPr b="1" lang="id">
                          <a:solidFill>
                            <a:srgbClr val="FF0000"/>
                          </a:solidFill>
                        </a:rPr>
                        <a:t>b1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) + (ig*</a:t>
                      </a:r>
                      <a:r>
                        <a:rPr b="1" lang="id">
                          <a:solidFill>
                            <a:srgbClr val="FF0000"/>
                          </a:solidFill>
                        </a:rPr>
                        <a:t>b2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) + (titok*</a:t>
                      </a:r>
                      <a:r>
                        <a:rPr b="1" lang="id">
                          <a:solidFill>
                            <a:srgbClr val="FF0000"/>
                          </a:solidFill>
                        </a:rPr>
                        <a:t>b3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omzet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100k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50k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150k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id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 + (150k*</a:t>
                      </a:r>
                      <a:r>
                        <a:rPr b="1" lang="id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)  + (50k*</a:t>
                      </a:r>
                      <a:r>
                        <a:rPr b="1" lang="id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)   + (150k*</a:t>
                      </a:r>
                      <a:r>
                        <a:rPr b="1" lang="id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700.001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70k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60k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200k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id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 + (70k*</a:t>
                      </a:r>
                      <a:r>
                        <a:rPr b="1" lang="id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)    + (60k*</a:t>
                      </a:r>
                      <a:r>
                        <a:rPr b="1" lang="id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)   + (200k*</a:t>
                      </a:r>
                      <a:r>
                        <a:rPr b="1" lang="id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790.001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200k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40k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100k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id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 + (200k*</a:t>
                      </a:r>
                      <a:r>
                        <a:rPr b="1" lang="id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)  + (40k*</a:t>
                      </a:r>
                      <a:r>
                        <a:rPr b="1" lang="id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)   + (100k*</a:t>
                      </a:r>
                      <a:r>
                        <a:rPr b="1" lang="id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580.001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115k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100k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50k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id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 + (115k*</a:t>
                      </a:r>
                      <a:r>
                        <a:rPr b="1" lang="id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)  + (100k*</a:t>
                      </a:r>
                      <a:r>
                        <a:rPr b="1" lang="id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) + (50k*</a:t>
                      </a:r>
                      <a:r>
                        <a:rPr b="1" lang="id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465.001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20k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20k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250k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id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 + (20k*</a:t>
                      </a:r>
                      <a:r>
                        <a:rPr b="1" lang="id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)    + (20k*</a:t>
                      </a:r>
                      <a:r>
                        <a:rPr b="1" lang="id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)   + (250k*</a:t>
                      </a:r>
                      <a:r>
                        <a:rPr b="1" lang="id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id">
                          <a:solidFill>
                            <a:schemeClr val="dk1"/>
                          </a:solidFill>
                        </a:rPr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810.001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8" name="Google Shape;398;g36d52a964cb_0_249"/>
          <p:cNvSpPr txBox="1"/>
          <p:nvPr>
            <p:ph type="title"/>
          </p:nvPr>
        </p:nvSpPr>
        <p:spPr>
          <a:xfrm>
            <a:off x="508000" y="463563"/>
            <a:ext cx="62442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Contoh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399" name="Google Shape;399;g36d52a964cb_0_249"/>
          <p:cNvGraphicFramePr/>
          <p:nvPr/>
        </p:nvGraphicFramePr>
        <p:xfrm>
          <a:off x="6947700" y="146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{97F9247D-B689-49E0-9D6C-9D3DAB10ABA3}</a:tableStyleId>
              </a:tblPr>
              <a:tblGrid>
                <a:gridCol w="1243800"/>
              </a:tblGrid>
              <a:tr h="41437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Total cost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84800">
                <a:tc vMerge="1"/>
              </a:tr>
              <a:tr h="39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300k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330k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340k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8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265k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290k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1"/>
          <p:cNvSpPr txBox="1"/>
          <p:nvPr>
            <p:ph type="title"/>
          </p:nvPr>
        </p:nvSpPr>
        <p:spPr>
          <a:xfrm>
            <a:off x="508000" y="463563"/>
            <a:ext cx="62442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Linear equation</a:t>
            </a:r>
            <a:endParaRPr sz="3400">
              <a:solidFill>
                <a:srgbClr val="26262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3400">
              <a:solidFill>
                <a:srgbClr val="26262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6" name="Google Shape;406;p11"/>
          <p:cNvPicPr preferRelativeResize="0"/>
          <p:nvPr/>
        </p:nvPicPr>
        <p:blipFill rotWithShape="1">
          <a:blip r:embed="rId4">
            <a:alphaModFix/>
          </a:blip>
          <a:srcRect b="0" l="0" r="0" t="2438"/>
          <a:stretch/>
        </p:blipFill>
        <p:spPr>
          <a:xfrm>
            <a:off x="1155525" y="1901725"/>
            <a:ext cx="4699349" cy="274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03538" y="1208050"/>
            <a:ext cx="3003325" cy="5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1"/>
          <p:cNvSpPr txBox="1"/>
          <p:nvPr/>
        </p:nvSpPr>
        <p:spPr>
          <a:xfrm>
            <a:off x="5774125" y="1359775"/>
            <a:ext cx="3369900" cy="23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= 1 → y = 2+5 = 7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= 2 → y = 4+5 = 9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= 2.11 → y = 2 (2.11) + 5 = 9.22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etc…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5cea2406a7_0_122"/>
          <p:cNvSpPr txBox="1"/>
          <p:nvPr/>
        </p:nvSpPr>
        <p:spPr>
          <a:xfrm>
            <a:off x="628650" y="457200"/>
            <a:ext cx="73743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Simple Linear Regression</a:t>
            </a:r>
            <a:endParaRPr sz="4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415" name="Google Shape;415;g35cea2406a7_0_122"/>
          <p:cNvGrpSpPr/>
          <p:nvPr/>
        </p:nvGrpSpPr>
        <p:grpSpPr>
          <a:xfrm>
            <a:off x="1047311" y="1518989"/>
            <a:ext cx="6352948" cy="2999032"/>
            <a:chOff x="482014" y="806119"/>
            <a:chExt cx="8470598" cy="3998710"/>
          </a:xfrm>
        </p:grpSpPr>
        <p:sp>
          <p:nvSpPr>
            <p:cNvPr id="416" name="Google Shape;416;g35cea2406a7_0_122"/>
            <p:cNvSpPr/>
            <p:nvPr/>
          </p:nvSpPr>
          <p:spPr>
            <a:xfrm>
              <a:off x="4971866" y="3627106"/>
              <a:ext cx="184200" cy="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g35cea2406a7_0_122"/>
            <p:cNvSpPr/>
            <p:nvPr/>
          </p:nvSpPr>
          <p:spPr>
            <a:xfrm>
              <a:off x="3212916" y="3227056"/>
              <a:ext cx="184200" cy="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g35cea2406a7_0_122"/>
            <p:cNvSpPr/>
            <p:nvPr/>
          </p:nvSpPr>
          <p:spPr>
            <a:xfrm>
              <a:off x="2849378" y="2399969"/>
              <a:ext cx="184200" cy="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g35cea2406a7_0_122"/>
            <p:cNvSpPr/>
            <p:nvPr/>
          </p:nvSpPr>
          <p:spPr>
            <a:xfrm>
              <a:off x="4009841" y="1283956"/>
              <a:ext cx="184200" cy="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g35cea2406a7_0_122"/>
            <p:cNvSpPr/>
            <p:nvPr/>
          </p:nvSpPr>
          <p:spPr>
            <a:xfrm>
              <a:off x="4509903" y="1314119"/>
              <a:ext cx="184200" cy="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1" name="Google Shape;421;g35cea2406a7_0_122"/>
            <p:cNvCxnSpPr/>
            <p:nvPr/>
          </p:nvCxnSpPr>
          <p:spPr>
            <a:xfrm>
              <a:off x="1974666" y="806119"/>
              <a:ext cx="1500" cy="1500"/>
            </a:xfrm>
            <a:prstGeom prst="straightConnector1">
              <a:avLst/>
            </a:prstGeom>
            <a:noFill/>
            <a:ln cap="flat" cmpd="sng" w="76200">
              <a:solidFill>
                <a:srgbClr val="CDCD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2" name="Google Shape;422;g35cea2406a7_0_122"/>
            <p:cNvCxnSpPr/>
            <p:nvPr/>
          </p:nvCxnSpPr>
          <p:spPr>
            <a:xfrm>
              <a:off x="1974666" y="1366506"/>
              <a:ext cx="1500" cy="1500"/>
            </a:xfrm>
            <a:prstGeom prst="straightConnector1">
              <a:avLst/>
            </a:prstGeom>
            <a:noFill/>
            <a:ln cap="flat" cmpd="sng" w="76200">
              <a:solidFill>
                <a:srgbClr val="CDCD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3" name="Google Shape;423;g35cea2406a7_0_122"/>
            <p:cNvCxnSpPr/>
            <p:nvPr/>
          </p:nvCxnSpPr>
          <p:spPr>
            <a:xfrm>
              <a:off x="1974666" y="1680831"/>
              <a:ext cx="1500" cy="1500"/>
            </a:xfrm>
            <a:prstGeom prst="straightConnector1">
              <a:avLst/>
            </a:prstGeom>
            <a:noFill/>
            <a:ln cap="flat" cmpd="sng" w="76200">
              <a:solidFill>
                <a:srgbClr val="CDCD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4" name="Google Shape;424;g35cea2406a7_0_122"/>
            <p:cNvCxnSpPr/>
            <p:nvPr/>
          </p:nvCxnSpPr>
          <p:spPr>
            <a:xfrm>
              <a:off x="1974666" y="1988806"/>
              <a:ext cx="1500" cy="1500"/>
            </a:xfrm>
            <a:prstGeom prst="straightConnector1">
              <a:avLst/>
            </a:prstGeom>
            <a:noFill/>
            <a:ln cap="flat" cmpd="sng" w="76200">
              <a:solidFill>
                <a:srgbClr val="CDCD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5" name="Google Shape;425;g35cea2406a7_0_122"/>
            <p:cNvCxnSpPr/>
            <p:nvPr/>
          </p:nvCxnSpPr>
          <p:spPr>
            <a:xfrm>
              <a:off x="1974666" y="2304719"/>
              <a:ext cx="1500" cy="1500"/>
            </a:xfrm>
            <a:prstGeom prst="straightConnector1">
              <a:avLst/>
            </a:prstGeom>
            <a:noFill/>
            <a:ln cap="flat" cmpd="sng" w="76200">
              <a:solidFill>
                <a:srgbClr val="CDCD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6" name="Google Shape;426;g35cea2406a7_0_122"/>
            <p:cNvCxnSpPr/>
            <p:nvPr/>
          </p:nvCxnSpPr>
          <p:spPr>
            <a:xfrm>
              <a:off x="1974666" y="2619044"/>
              <a:ext cx="1500" cy="1500"/>
            </a:xfrm>
            <a:prstGeom prst="straightConnector1">
              <a:avLst/>
            </a:prstGeom>
            <a:noFill/>
            <a:ln cap="flat" cmpd="sng" w="76200">
              <a:solidFill>
                <a:srgbClr val="CDCD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7" name="Google Shape;427;g35cea2406a7_0_122"/>
            <p:cNvCxnSpPr/>
            <p:nvPr/>
          </p:nvCxnSpPr>
          <p:spPr>
            <a:xfrm>
              <a:off x="1974666" y="2927019"/>
              <a:ext cx="1500" cy="1500"/>
            </a:xfrm>
            <a:prstGeom prst="straightConnector1">
              <a:avLst/>
            </a:prstGeom>
            <a:noFill/>
            <a:ln cap="flat" cmpd="sng" w="76200">
              <a:solidFill>
                <a:srgbClr val="CDCD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8" name="Google Shape;428;g35cea2406a7_0_122"/>
            <p:cNvCxnSpPr/>
            <p:nvPr/>
          </p:nvCxnSpPr>
          <p:spPr>
            <a:xfrm>
              <a:off x="1974666" y="3241344"/>
              <a:ext cx="1500" cy="1500"/>
            </a:xfrm>
            <a:prstGeom prst="straightConnector1">
              <a:avLst/>
            </a:prstGeom>
            <a:noFill/>
            <a:ln cap="flat" cmpd="sng" w="76200">
              <a:solidFill>
                <a:srgbClr val="CDCD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9" name="Google Shape;429;g35cea2406a7_0_122"/>
            <p:cNvCxnSpPr/>
            <p:nvPr/>
          </p:nvCxnSpPr>
          <p:spPr>
            <a:xfrm>
              <a:off x="1974666" y="3549319"/>
              <a:ext cx="1500" cy="1500"/>
            </a:xfrm>
            <a:prstGeom prst="straightConnector1">
              <a:avLst/>
            </a:prstGeom>
            <a:noFill/>
            <a:ln cap="flat" cmpd="sng" w="76200">
              <a:solidFill>
                <a:srgbClr val="CDCD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0" name="Google Shape;430;g35cea2406a7_0_122"/>
            <p:cNvCxnSpPr/>
            <p:nvPr/>
          </p:nvCxnSpPr>
          <p:spPr>
            <a:xfrm>
              <a:off x="1974666" y="3865231"/>
              <a:ext cx="1500" cy="1500"/>
            </a:xfrm>
            <a:prstGeom prst="straightConnector1">
              <a:avLst/>
            </a:prstGeom>
            <a:noFill/>
            <a:ln cap="flat" cmpd="sng" w="76200">
              <a:solidFill>
                <a:srgbClr val="CDCD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1" name="Google Shape;431;g35cea2406a7_0_122"/>
            <p:cNvSpPr/>
            <p:nvPr/>
          </p:nvSpPr>
          <p:spPr>
            <a:xfrm>
              <a:off x="1833378" y="2526969"/>
              <a:ext cx="921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g35cea2406a7_0_122"/>
            <p:cNvSpPr/>
            <p:nvPr/>
          </p:nvSpPr>
          <p:spPr>
            <a:xfrm>
              <a:off x="5398903" y="4454194"/>
              <a:ext cx="184200" cy="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g35cea2406a7_0_122"/>
            <p:cNvSpPr/>
            <p:nvPr/>
          </p:nvSpPr>
          <p:spPr>
            <a:xfrm>
              <a:off x="4032500" y="2896102"/>
              <a:ext cx="152400" cy="152400"/>
            </a:xfrm>
            <a:custGeom>
              <a:rect b="b" l="l" r="r" t="t"/>
              <a:pathLst>
                <a:path extrusionOk="0" h="286" w="286">
                  <a:moveTo>
                    <a:pt x="0" y="145"/>
                  </a:moveTo>
                  <a:lnTo>
                    <a:pt x="7" y="99"/>
                  </a:lnTo>
                  <a:lnTo>
                    <a:pt x="26" y="61"/>
                  </a:lnTo>
                  <a:lnTo>
                    <a:pt x="61" y="30"/>
                  </a:lnTo>
                  <a:lnTo>
                    <a:pt x="99" y="8"/>
                  </a:lnTo>
                  <a:lnTo>
                    <a:pt x="144" y="0"/>
                  </a:lnTo>
                  <a:lnTo>
                    <a:pt x="186" y="8"/>
                  </a:lnTo>
                  <a:lnTo>
                    <a:pt x="228" y="30"/>
                  </a:lnTo>
                  <a:lnTo>
                    <a:pt x="259" y="61"/>
                  </a:lnTo>
                  <a:lnTo>
                    <a:pt x="278" y="99"/>
                  </a:lnTo>
                  <a:lnTo>
                    <a:pt x="285" y="145"/>
                  </a:lnTo>
                  <a:lnTo>
                    <a:pt x="278" y="190"/>
                  </a:lnTo>
                  <a:lnTo>
                    <a:pt x="259" y="228"/>
                  </a:lnTo>
                  <a:lnTo>
                    <a:pt x="228" y="259"/>
                  </a:lnTo>
                  <a:lnTo>
                    <a:pt x="186" y="281"/>
                  </a:lnTo>
                  <a:lnTo>
                    <a:pt x="144" y="285"/>
                  </a:lnTo>
                  <a:lnTo>
                    <a:pt x="99" y="281"/>
                  </a:lnTo>
                  <a:lnTo>
                    <a:pt x="61" y="259"/>
                  </a:lnTo>
                  <a:lnTo>
                    <a:pt x="26" y="228"/>
                  </a:lnTo>
                  <a:lnTo>
                    <a:pt x="7" y="190"/>
                  </a:lnTo>
                  <a:lnTo>
                    <a:pt x="0" y="145"/>
                  </a:lnTo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g35cea2406a7_0_122"/>
            <p:cNvSpPr/>
            <p:nvPr/>
          </p:nvSpPr>
          <p:spPr>
            <a:xfrm>
              <a:off x="4968203" y="2699319"/>
              <a:ext cx="1906200" cy="52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350" lIns="67850" spcFirstLastPara="1" rIns="67850" wrap="square" tIns="33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id" sz="1100"/>
                <a:t>Residual/error untuk nilai</a:t>
              </a:r>
              <a:r>
                <a:rPr b="0" i="0" lang="id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X</a:t>
              </a:r>
              <a:r>
                <a:rPr b="0" baseline="-25000" i="0" lang="id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b="0" baseline="-2500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g35cea2406a7_0_122"/>
            <p:cNvSpPr/>
            <p:nvPr/>
          </p:nvSpPr>
          <p:spPr>
            <a:xfrm>
              <a:off x="2032301" y="862578"/>
              <a:ext cx="362400" cy="41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350" lIns="67850" spcFirstLastPara="1" rIns="67850" wrap="square" tIns="33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id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g35cea2406a7_0_122"/>
            <p:cNvSpPr/>
            <p:nvPr/>
          </p:nvSpPr>
          <p:spPr>
            <a:xfrm>
              <a:off x="482014" y="1528169"/>
              <a:ext cx="1922700" cy="46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350" lIns="67850" spcFirstLastPara="1" rIns="67850" wrap="square" tIns="33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id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Observed Value of Y for X</a:t>
              </a:r>
              <a:r>
                <a:rPr b="0" baseline="-25000" i="0" lang="id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b="1" baseline="-2500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g35cea2406a7_0_122"/>
            <p:cNvSpPr/>
            <p:nvPr/>
          </p:nvSpPr>
          <p:spPr>
            <a:xfrm>
              <a:off x="2262248" y="3524941"/>
              <a:ext cx="142500" cy="8193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28575">
              <a:solidFill>
                <a:srgbClr val="EF86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g35cea2406a7_0_122"/>
            <p:cNvSpPr/>
            <p:nvPr/>
          </p:nvSpPr>
          <p:spPr>
            <a:xfrm flipH="1">
              <a:off x="4168501" y="2023095"/>
              <a:ext cx="142500" cy="887400"/>
            </a:xfrm>
            <a:prstGeom prst="leftBrace">
              <a:avLst>
                <a:gd fmla="val 54167" name="adj1"/>
                <a:gd fmla="val 48958" name="adj2"/>
              </a:avLst>
            </a:prstGeom>
            <a:noFill/>
            <a:ln cap="flat" cmpd="sng" w="28575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g35cea2406a7_0_122"/>
            <p:cNvSpPr/>
            <p:nvPr/>
          </p:nvSpPr>
          <p:spPr>
            <a:xfrm>
              <a:off x="553223" y="2620420"/>
              <a:ext cx="1851300" cy="46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350" lIns="67850" spcFirstLastPara="1" rIns="67850" wrap="square" tIns="33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id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Predicted Value of Y for X</a:t>
              </a:r>
              <a:r>
                <a:rPr b="0" baseline="-25000" i="0" lang="id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="0" i="0" lang="id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0" name="Google Shape;440;g35cea2406a7_0_122"/>
            <p:cNvCxnSpPr/>
            <p:nvPr/>
          </p:nvCxnSpPr>
          <p:spPr>
            <a:xfrm rot="10800000">
              <a:off x="2475991" y="2961749"/>
              <a:ext cx="16377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41" name="Google Shape;441;g35cea2406a7_0_122"/>
            <p:cNvCxnSpPr/>
            <p:nvPr/>
          </p:nvCxnSpPr>
          <p:spPr>
            <a:xfrm rot="10800000">
              <a:off x="2475991" y="1801232"/>
              <a:ext cx="16377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42" name="Google Shape;442;g35cea2406a7_0_122"/>
            <p:cNvCxnSpPr/>
            <p:nvPr/>
          </p:nvCxnSpPr>
          <p:spPr>
            <a:xfrm flipH="1">
              <a:off x="4118923" y="1958514"/>
              <a:ext cx="6000" cy="25017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3" name="Google Shape;443;g35cea2406a7_0_122"/>
            <p:cNvCxnSpPr/>
            <p:nvPr/>
          </p:nvCxnSpPr>
          <p:spPr>
            <a:xfrm flipH="1" rot="10800000">
              <a:off x="2411352" y="1785723"/>
              <a:ext cx="6046800" cy="1639800"/>
            </a:xfrm>
            <a:prstGeom prst="straightConnector1">
              <a:avLst/>
            </a:prstGeom>
            <a:noFill/>
            <a:ln cap="flat" cmpd="sng" w="50800">
              <a:solidFill>
                <a:srgbClr val="00206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4" name="Google Shape;444;g35cea2406a7_0_122"/>
            <p:cNvSpPr/>
            <p:nvPr/>
          </p:nvSpPr>
          <p:spPr>
            <a:xfrm>
              <a:off x="5023094" y="3388410"/>
              <a:ext cx="424289" cy="406750"/>
            </a:xfrm>
            <a:custGeom>
              <a:rect b="b" l="l" r="r" t="t"/>
              <a:pathLst>
                <a:path extrusionOk="0" h="286" w="286">
                  <a:moveTo>
                    <a:pt x="0" y="145"/>
                  </a:moveTo>
                  <a:lnTo>
                    <a:pt x="7" y="99"/>
                  </a:lnTo>
                  <a:lnTo>
                    <a:pt x="26" y="61"/>
                  </a:lnTo>
                  <a:lnTo>
                    <a:pt x="61" y="30"/>
                  </a:lnTo>
                  <a:lnTo>
                    <a:pt x="99" y="8"/>
                  </a:lnTo>
                  <a:lnTo>
                    <a:pt x="144" y="0"/>
                  </a:lnTo>
                  <a:lnTo>
                    <a:pt x="186" y="8"/>
                  </a:lnTo>
                  <a:lnTo>
                    <a:pt x="228" y="30"/>
                  </a:lnTo>
                  <a:lnTo>
                    <a:pt x="259" y="61"/>
                  </a:lnTo>
                  <a:lnTo>
                    <a:pt x="278" y="99"/>
                  </a:lnTo>
                  <a:lnTo>
                    <a:pt x="285" y="145"/>
                  </a:lnTo>
                  <a:lnTo>
                    <a:pt x="278" y="190"/>
                  </a:lnTo>
                  <a:lnTo>
                    <a:pt x="259" y="228"/>
                  </a:lnTo>
                  <a:lnTo>
                    <a:pt x="228" y="259"/>
                  </a:lnTo>
                  <a:lnTo>
                    <a:pt x="186" y="281"/>
                  </a:lnTo>
                  <a:lnTo>
                    <a:pt x="144" y="285"/>
                  </a:lnTo>
                  <a:lnTo>
                    <a:pt x="99" y="281"/>
                  </a:lnTo>
                  <a:lnTo>
                    <a:pt x="61" y="259"/>
                  </a:lnTo>
                  <a:lnTo>
                    <a:pt x="26" y="228"/>
                  </a:lnTo>
                  <a:lnTo>
                    <a:pt x="7" y="190"/>
                  </a:lnTo>
                  <a:lnTo>
                    <a:pt x="0" y="145"/>
                  </a:lnTo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g35cea2406a7_0_122"/>
            <p:cNvSpPr/>
            <p:nvPr/>
          </p:nvSpPr>
          <p:spPr>
            <a:xfrm>
              <a:off x="8461847" y="4163450"/>
              <a:ext cx="362400" cy="41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350" lIns="67850" spcFirstLastPara="1" rIns="67850" wrap="square" tIns="33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id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g35cea2406a7_0_122"/>
            <p:cNvSpPr/>
            <p:nvPr/>
          </p:nvSpPr>
          <p:spPr>
            <a:xfrm>
              <a:off x="7586631" y="1545236"/>
              <a:ext cx="425772" cy="406750"/>
            </a:xfrm>
            <a:custGeom>
              <a:rect b="b" l="l" r="r" t="t"/>
              <a:pathLst>
                <a:path extrusionOk="0" h="286" w="287">
                  <a:moveTo>
                    <a:pt x="0" y="141"/>
                  </a:moveTo>
                  <a:lnTo>
                    <a:pt x="8" y="99"/>
                  </a:lnTo>
                  <a:lnTo>
                    <a:pt x="26" y="57"/>
                  </a:lnTo>
                  <a:lnTo>
                    <a:pt x="57" y="26"/>
                  </a:lnTo>
                  <a:lnTo>
                    <a:pt x="99" y="8"/>
                  </a:lnTo>
                  <a:lnTo>
                    <a:pt x="141" y="0"/>
                  </a:lnTo>
                  <a:lnTo>
                    <a:pt x="187" y="8"/>
                  </a:lnTo>
                  <a:lnTo>
                    <a:pt x="224" y="26"/>
                  </a:lnTo>
                  <a:lnTo>
                    <a:pt x="259" y="57"/>
                  </a:lnTo>
                  <a:lnTo>
                    <a:pt x="278" y="99"/>
                  </a:lnTo>
                  <a:lnTo>
                    <a:pt x="286" y="141"/>
                  </a:lnTo>
                  <a:lnTo>
                    <a:pt x="278" y="186"/>
                  </a:lnTo>
                  <a:lnTo>
                    <a:pt x="259" y="224"/>
                  </a:lnTo>
                  <a:lnTo>
                    <a:pt x="224" y="259"/>
                  </a:lnTo>
                  <a:lnTo>
                    <a:pt x="187" y="278"/>
                  </a:lnTo>
                  <a:lnTo>
                    <a:pt x="141" y="285"/>
                  </a:lnTo>
                  <a:lnTo>
                    <a:pt x="99" y="278"/>
                  </a:lnTo>
                  <a:lnTo>
                    <a:pt x="57" y="259"/>
                  </a:lnTo>
                  <a:lnTo>
                    <a:pt x="26" y="224"/>
                  </a:lnTo>
                  <a:lnTo>
                    <a:pt x="8" y="186"/>
                  </a:lnTo>
                  <a:lnTo>
                    <a:pt x="0" y="141"/>
                  </a:lnTo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g35cea2406a7_0_122"/>
            <p:cNvSpPr/>
            <p:nvPr/>
          </p:nvSpPr>
          <p:spPr>
            <a:xfrm>
              <a:off x="2677636" y="3325833"/>
              <a:ext cx="425773" cy="408172"/>
            </a:xfrm>
            <a:custGeom>
              <a:rect b="b" l="l" r="r" t="t"/>
              <a:pathLst>
                <a:path extrusionOk="0" h="287" w="287">
                  <a:moveTo>
                    <a:pt x="0" y="145"/>
                  </a:moveTo>
                  <a:lnTo>
                    <a:pt x="8" y="99"/>
                  </a:lnTo>
                  <a:lnTo>
                    <a:pt x="27" y="62"/>
                  </a:lnTo>
                  <a:lnTo>
                    <a:pt x="58" y="27"/>
                  </a:lnTo>
                  <a:lnTo>
                    <a:pt x="99" y="8"/>
                  </a:lnTo>
                  <a:lnTo>
                    <a:pt x="141" y="0"/>
                  </a:lnTo>
                  <a:lnTo>
                    <a:pt x="187" y="8"/>
                  </a:lnTo>
                  <a:lnTo>
                    <a:pt x="225" y="27"/>
                  </a:lnTo>
                  <a:lnTo>
                    <a:pt x="260" y="62"/>
                  </a:lnTo>
                  <a:lnTo>
                    <a:pt x="278" y="99"/>
                  </a:lnTo>
                  <a:lnTo>
                    <a:pt x="286" y="145"/>
                  </a:lnTo>
                  <a:lnTo>
                    <a:pt x="278" y="187"/>
                  </a:lnTo>
                  <a:lnTo>
                    <a:pt x="260" y="228"/>
                  </a:lnTo>
                  <a:lnTo>
                    <a:pt x="225" y="260"/>
                  </a:lnTo>
                  <a:lnTo>
                    <a:pt x="187" y="278"/>
                  </a:lnTo>
                  <a:lnTo>
                    <a:pt x="141" y="286"/>
                  </a:lnTo>
                  <a:lnTo>
                    <a:pt x="99" y="278"/>
                  </a:lnTo>
                  <a:lnTo>
                    <a:pt x="58" y="260"/>
                  </a:lnTo>
                  <a:lnTo>
                    <a:pt x="27" y="228"/>
                  </a:lnTo>
                  <a:lnTo>
                    <a:pt x="8" y="187"/>
                  </a:lnTo>
                  <a:lnTo>
                    <a:pt x="0" y="145"/>
                  </a:lnTo>
                </a:path>
              </a:pathLst>
            </a:custGeom>
            <a:solidFill>
              <a:srgbClr val="C00000"/>
            </a:solidFill>
            <a:ln cap="rnd" cmpd="sng" w="127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g35cea2406a7_0_122"/>
            <p:cNvSpPr/>
            <p:nvPr/>
          </p:nvSpPr>
          <p:spPr>
            <a:xfrm>
              <a:off x="6890856" y="2552155"/>
              <a:ext cx="425773" cy="406750"/>
            </a:xfrm>
            <a:custGeom>
              <a:rect b="b" l="l" r="r" t="t"/>
              <a:pathLst>
                <a:path extrusionOk="0" h="286" w="287">
                  <a:moveTo>
                    <a:pt x="0" y="144"/>
                  </a:moveTo>
                  <a:lnTo>
                    <a:pt x="8" y="99"/>
                  </a:lnTo>
                  <a:lnTo>
                    <a:pt x="26" y="61"/>
                  </a:lnTo>
                  <a:lnTo>
                    <a:pt x="58" y="26"/>
                  </a:lnTo>
                  <a:lnTo>
                    <a:pt x="99" y="7"/>
                  </a:lnTo>
                  <a:lnTo>
                    <a:pt x="141" y="0"/>
                  </a:lnTo>
                  <a:lnTo>
                    <a:pt x="187" y="7"/>
                  </a:lnTo>
                  <a:lnTo>
                    <a:pt x="225" y="26"/>
                  </a:lnTo>
                  <a:lnTo>
                    <a:pt x="260" y="61"/>
                  </a:lnTo>
                  <a:lnTo>
                    <a:pt x="278" y="99"/>
                  </a:lnTo>
                  <a:lnTo>
                    <a:pt x="286" y="144"/>
                  </a:lnTo>
                  <a:lnTo>
                    <a:pt x="278" y="186"/>
                  </a:lnTo>
                  <a:lnTo>
                    <a:pt x="260" y="228"/>
                  </a:lnTo>
                  <a:lnTo>
                    <a:pt x="225" y="259"/>
                  </a:lnTo>
                  <a:lnTo>
                    <a:pt x="187" y="277"/>
                  </a:lnTo>
                  <a:lnTo>
                    <a:pt x="141" y="285"/>
                  </a:lnTo>
                  <a:lnTo>
                    <a:pt x="99" y="277"/>
                  </a:lnTo>
                  <a:lnTo>
                    <a:pt x="58" y="259"/>
                  </a:lnTo>
                  <a:lnTo>
                    <a:pt x="26" y="228"/>
                  </a:lnTo>
                  <a:lnTo>
                    <a:pt x="8" y="186"/>
                  </a:lnTo>
                  <a:lnTo>
                    <a:pt x="0" y="144"/>
                  </a:lnTo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g35cea2406a7_0_122"/>
            <p:cNvSpPr/>
            <p:nvPr/>
          </p:nvSpPr>
          <p:spPr>
            <a:xfrm>
              <a:off x="5521560" y="1954830"/>
              <a:ext cx="425772" cy="406750"/>
            </a:xfrm>
            <a:custGeom>
              <a:rect b="b" l="l" r="r" t="t"/>
              <a:pathLst>
                <a:path extrusionOk="0" h="286" w="287">
                  <a:moveTo>
                    <a:pt x="0" y="140"/>
                  </a:moveTo>
                  <a:lnTo>
                    <a:pt x="8" y="99"/>
                  </a:lnTo>
                  <a:lnTo>
                    <a:pt x="26" y="57"/>
                  </a:lnTo>
                  <a:lnTo>
                    <a:pt x="61" y="26"/>
                  </a:lnTo>
                  <a:lnTo>
                    <a:pt x="99" y="7"/>
                  </a:lnTo>
                  <a:lnTo>
                    <a:pt x="145" y="0"/>
                  </a:lnTo>
                  <a:lnTo>
                    <a:pt x="187" y="7"/>
                  </a:lnTo>
                  <a:lnTo>
                    <a:pt x="228" y="26"/>
                  </a:lnTo>
                  <a:lnTo>
                    <a:pt x="259" y="57"/>
                  </a:lnTo>
                  <a:lnTo>
                    <a:pt x="278" y="99"/>
                  </a:lnTo>
                  <a:lnTo>
                    <a:pt x="286" y="140"/>
                  </a:lnTo>
                  <a:lnTo>
                    <a:pt x="278" y="186"/>
                  </a:lnTo>
                  <a:lnTo>
                    <a:pt x="259" y="224"/>
                  </a:lnTo>
                  <a:lnTo>
                    <a:pt x="228" y="259"/>
                  </a:lnTo>
                  <a:lnTo>
                    <a:pt x="187" y="277"/>
                  </a:lnTo>
                  <a:lnTo>
                    <a:pt x="145" y="285"/>
                  </a:lnTo>
                  <a:lnTo>
                    <a:pt x="99" y="277"/>
                  </a:lnTo>
                  <a:lnTo>
                    <a:pt x="61" y="259"/>
                  </a:lnTo>
                  <a:lnTo>
                    <a:pt x="26" y="224"/>
                  </a:lnTo>
                  <a:lnTo>
                    <a:pt x="8" y="186"/>
                  </a:lnTo>
                  <a:lnTo>
                    <a:pt x="0" y="140"/>
                  </a:lnTo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g35cea2406a7_0_122"/>
            <p:cNvSpPr/>
            <p:nvPr/>
          </p:nvSpPr>
          <p:spPr>
            <a:xfrm>
              <a:off x="2475876" y="1323372"/>
              <a:ext cx="5908890" cy="3093290"/>
            </a:xfrm>
            <a:custGeom>
              <a:rect b="b" l="l" r="r" t="t"/>
              <a:pathLst>
                <a:path extrusionOk="0" h="2175" w="3983">
                  <a:moveTo>
                    <a:pt x="1" y="0"/>
                  </a:moveTo>
                  <a:lnTo>
                    <a:pt x="0" y="2175"/>
                  </a:lnTo>
                  <a:lnTo>
                    <a:pt x="3983" y="2175"/>
                  </a:lnTo>
                </a:path>
              </a:pathLst>
            </a:custGeom>
            <a:noFill/>
            <a:ln cap="rnd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1" name="Google Shape;451;g35cea2406a7_0_122"/>
            <p:cNvCxnSpPr/>
            <p:nvPr/>
          </p:nvCxnSpPr>
          <p:spPr>
            <a:xfrm>
              <a:off x="6719499" y="2289725"/>
              <a:ext cx="1566600" cy="1500"/>
            </a:xfrm>
            <a:prstGeom prst="straightConnector1">
              <a:avLst/>
            </a:prstGeom>
            <a:noFill/>
            <a:ln cap="flat" cmpd="sng" w="38100">
              <a:solidFill>
                <a:srgbClr val="EF8600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452" name="Google Shape;452;g35cea2406a7_0_122"/>
            <p:cNvCxnSpPr/>
            <p:nvPr/>
          </p:nvCxnSpPr>
          <p:spPr>
            <a:xfrm>
              <a:off x="8247055" y="1869498"/>
              <a:ext cx="1500" cy="409500"/>
            </a:xfrm>
            <a:prstGeom prst="straightConnector1">
              <a:avLst/>
            </a:prstGeom>
            <a:noFill/>
            <a:ln cap="flat" cmpd="sng" w="38100">
              <a:solidFill>
                <a:srgbClr val="EF8600"/>
              </a:solidFill>
              <a:prstDash val="dot"/>
              <a:round/>
              <a:headEnd len="sm" w="sm" type="none"/>
              <a:tailEnd len="sm" w="sm" type="none"/>
            </a:ln>
          </p:spPr>
        </p:cxnSp>
        <p:sp>
          <p:nvSpPr>
            <p:cNvPr id="453" name="Google Shape;453;g35cea2406a7_0_122"/>
            <p:cNvSpPr txBox="1"/>
            <p:nvPr/>
          </p:nvSpPr>
          <p:spPr>
            <a:xfrm>
              <a:off x="3900063" y="4395329"/>
              <a:ext cx="403500" cy="40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id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id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g35cea2406a7_0_122"/>
            <p:cNvSpPr/>
            <p:nvPr/>
          </p:nvSpPr>
          <p:spPr>
            <a:xfrm>
              <a:off x="3883745" y="1613501"/>
              <a:ext cx="425772" cy="406750"/>
            </a:xfrm>
            <a:custGeom>
              <a:rect b="b" l="l" r="r" t="t"/>
              <a:pathLst>
                <a:path extrusionOk="0" h="286" w="287">
                  <a:moveTo>
                    <a:pt x="0" y="144"/>
                  </a:moveTo>
                  <a:lnTo>
                    <a:pt x="8" y="99"/>
                  </a:lnTo>
                  <a:lnTo>
                    <a:pt x="26" y="61"/>
                  </a:lnTo>
                  <a:lnTo>
                    <a:pt x="61" y="30"/>
                  </a:lnTo>
                  <a:lnTo>
                    <a:pt x="99" y="8"/>
                  </a:lnTo>
                  <a:lnTo>
                    <a:pt x="145" y="0"/>
                  </a:lnTo>
                  <a:lnTo>
                    <a:pt x="187" y="8"/>
                  </a:lnTo>
                  <a:lnTo>
                    <a:pt x="228" y="30"/>
                  </a:lnTo>
                  <a:lnTo>
                    <a:pt x="259" y="61"/>
                  </a:lnTo>
                  <a:lnTo>
                    <a:pt x="278" y="99"/>
                  </a:lnTo>
                  <a:lnTo>
                    <a:pt x="286" y="144"/>
                  </a:lnTo>
                  <a:lnTo>
                    <a:pt x="278" y="190"/>
                  </a:lnTo>
                  <a:lnTo>
                    <a:pt x="259" y="228"/>
                  </a:lnTo>
                  <a:lnTo>
                    <a:pt x="228" y="259"/>
                  </a:lnTo>
                  <a:lnTo>
                    <a:pt x="187" y="281"/>
                  </a:lnTo>
                  <a:lnTo>
                    <a:pt x="145" y="285"/>
                  </a:lnTo>
                  <a:lnTo>
                    <a:pt x="99" y="281"/>
                  </a:lnTo>
                  <a:lnTo>
                    <a:pt x="61" y="259"/>
                  </a:lnTo>
                  <a:lnTo>
                    <a:pt x="26" y="228"/>
                  </a:lnTo>
                  <a:lnTo>
                    <a:pt x="8" y="190"/>
                  </a:lnTo>
                  <a:lnTo>
                    <a:pt x="0" y="144"/>
                  </a:lnTo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5" name="Google Shape;455;g35cea2406a7_0_122"/>
            <p:cNvCxnSpPr/>
            <p:nvPr/>
          </p:nvCxnSpPr>
          <p:spPr>
            <a:xfrm rot="10800000">
              <a:off x="4683312" y="2552217"/>
              <a:ext cx="356100" cy="27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56" name="Google Shape;456;g35cea2406a7_0_122"/>
            <p:cNvCxnSpPr/>
            <p:nvPr/>
          </p:nvCxnSpPr>
          <p:spPr>
            <a:xfrm>
              <a:off x="6249971" y="1391637"/>
              <a:ext cx="0" cy="955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57" name="Google Shape;457;g35cea2406a7_0_122"/>
            <p:cNvSpPr/>
            <p:nvPr/>
          </p:nvSpPr>
          <p:spPr>
            <a:xfrm>
              <a:off x="7386012" y="2325133"/>
              <a:ext cx="15666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350" lIns="67850" spcFirstLastPara="1" rIns="67850" wrap="square" tIns="33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id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Slope = β</a:t>
              </a:r>
              <a:r>
                <a:rPr b="0" baseline="-25000" i="0" lang="id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baseline="-2500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g35cea2406a7_0_122"/>
            <p:cNvSpPr/>
            <p:nvPr/>
          </p:nvSpPr>
          <p:spPr>
            <a:xfrm>
              <a:off x="624433" y="3712672"/>
              <a:ext cx="17091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350" lIns="67850" spcFirstLastPara="1" rIns="67850" wrap="square" tIns="333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id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Intercept = β</a:t>
              </a:r>
              <a:r>
                <a:rPr b="0" baseline="-25000" i="0" lang="id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i="0" lang="id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g35cea2406a7_0_122"/>
            <p:cNvSpPr txBox="1"/>
            <p:nvPr/>
          </p:nvSpPr>
          <p:spPr>
            <a:xfrm>
              <a:off x="4256109" y="2142560"/>
              <a:ext cx="498600" cy="573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30519" l="0" r="-8539" t="0"/>
              </a:stretch>
            </a:blip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id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g35cea2406a7_0_122"/>
            <p:cNvSpPr txBox="1"/>
            <p:nvPr/>
          </p:nvSpPr>
          <p:spPr>
            <a:xfrm>
              <a:off x="4956610" y="935111"/>
              <a:ext cx="2586600" cy="453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19478" l="-229" r="0" t="0"/>
              </a:stretch>
            </a:blip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id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2"/>
          <p:cNvSpPr txBox="1"/>
          <p:nvPr>
            <p:ph type="title"/>
          </p:nvPr>
        </p:nvSpPr>
        <p:spPr>
          <a:xfrm>
            <a:off x="508000" y="463563"/>
            <a:ext cx="62442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Residual</a:t>
            </a:r>
            <a:endParaRPr sz="3400">
              <a:solidFill>
                <a:srgbClr val="26262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3400">
              <a:solidFill>
                <a:srgbClr val="26262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2"/>
          <p:cNvSpPr txBox="1"/>
          <p:nvPr/>
        </p:nvSpPr>
        <p:spPr>
          <a:xfrm>
            <a:off x="421525" y="1532775"/>
            <a:ext cx="36648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Residual (prediction error)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delta between the real value of target variable </a:t>
            </a:r>
            <a:r>
              <a:rPr b="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the predicted value target variable </a:t>
            </a:r>
            <a:r>
              <a:rPr b="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hat</a:t>
            </a:r>
            <a:r>
              <a:rPr b="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 value - Predicted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Predicted values = all points on the regression line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8" name="Google Shape;468;p12"/>
          <p:cNvPicPr preferRelativeResize="0"/>
          <p:nvPr/>
        </p:nvPicPr>
        <p:blipFill rotWithShape="1">
          <a:blip r:embed="rId4">
            <a:alphaModFix/>
          </a:blip>
          <a:srcRect b="0" l="0" r="0" t="24817"/>
          <a:stretch/>
        </p:blipFill>
        <p:spPr>
          <a:xfrm>
            <a:off x="4268525" y="1500426"/>
            <a:ext cx="4810975" cy="21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2"/>
          <p:cNvSpPr txBox="1"/>
          <p:nvPr/>
        </p:nvSpPr>
        <p:spPr>
          <a:xfrm>
            <a:off x="4603600" y="3655175"/>
            <a:ext cx="394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id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 points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our data points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black line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the regression line (our prediction values)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3"/>
          <p:cNvSpPr txBox="1"/>
          <p:nvPr>
            <p:ph type="title"/>
          </p:nvPr>
        </p:nvSpPr>
        <p:spPr>
          <a:xfrm>
            <a:off x="508000" y="463575"/>
            <a:ext cx="79419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Residuals construct Loss Function</a:t>
            </a:r>
            <a:endParaRPr sz="3400">
              <a:solidFill>
                <a:srgbClr val="26262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3400">
              <a:solidFill>
                <a:srgbClr val="26262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5" name="Google Shape;475;p13"/>
          <p:cNvSpPr txBox="1"/>
          <p:nvPr/>
        </p:nvSpPr>
        <p:spPr>
          <a:xfrm>
            <a:off x="508000" y="1149375"/>
            <a:ext cx="66324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The magnitude we want to minimize when training the model </a:t>
            </a:r>
            <a:endParaRPr b="0" i="0" sz="16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3"/>
          <p:cNvSpPr txBox="1"/>
          <p:nvPr/>
        </p:nvSpPr>
        <p:spPr>
          <a:xfrm>
            <a:off x="421525" y="1532775"/>
            <a:ext cx="3664800" cy="3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Residual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delta between the real target variable </a:t>
            </a:r>
            <a:r>
              <a:rPr b="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the predicted target variable </a:t>
            </a:r>
            <a:r>
              <a:rPr b="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hat</a:t>
            </a:r>
            <a:r>
              <a:rPr b="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Predicted values = regression line</a:t>
            </a:r>
            <a:br>
              <a:rPr b="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 the model to minimize loss function: </a:t>
            </a:r>
            <a:r>
              <a:rPr b="1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Residual sum of squares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== finding coefficients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8" name="Google Shape;478;p13"/>
          <p:cNvPicPr preferRelativeResize="0"/>
          <p:nvPr/>
        </p:nvPicPr>
        <p:blipFill rotWithShape="1">
          <a:blip r:embed="rId4">
            <a:alphaModFix/>
          </a:blip>
          <a:srcRect b="0" l="0" r="0" t="24817"/>
          <a:stretch/>
        </p:blipFill>
        <p:spPr>
          <a:xfrm>
            <a:off x="4268525" y="1500426"/>
            <a:ext cx="4810975" cy="21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3"/>
          <p:cNvSpPr txBox="1"/>
          <p:nvPr/>
        </p:nvSpPr>
        <p:spPr>
          <a:xfrm>
            <a:off x="4603600" y="3655175"/>
            <a:ext cx="394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id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 points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our data points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black line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the regression line (our prediction values)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0" name="Google Shape;480;p13"/>
          <p:cNvPicPr preferRelativeResize="0"/>
          <p:nvPr/>
        </p:nvPicPr>
        <p:blipFill rotWithShape="1">
          <a:blip r:embed="rId4">
            <a:alphaModFix/>
          </a:blip>
          <a:srcRect b="78206" l="0" r="43239" t="0"/>
          <a:stretch/>
        </p:blipFill>
        <p:spPr>
          <a:xfrm>
            <a:off x="909125" y="3667575"/>
            <a:ext cx="2730749" cy="6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13"/>
          <p:cNvSpPr/>
          <p:nvPr/>
        </p:nvSpPr>
        <p:spPr>
          <a:xfrm>
            <a:off x="8678250" y="3187425"/>
            <a:ext cx="51300" cy="7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2" name="Google Shape;482;p13"/>
          <p:cNvCxnSpPr>
            <a:endCxn id="481" idx="0"/>
          </p:cNvCxnSpPr>
          <p:nvPr/>
        </p:nvCxnSpPr>
        <p:spPr>
          <a:xfrm>
            <a:off x="8626800" y="1683225"/>
            <a:ext cx="77100" cy="1504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6200" y="152400"/>
            <a:ext cx="645160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0375" y="1062613"/>
            <a:ext cx="2892501" cy="3018276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15"/>
          <p:cNvSpPr txBox="1"/>
          <p:nvPr/>
        </p:nvSpPr>
        <p:spPr>
          <a:xfrm>
            <a:off x="4348534" y="1131063"/>
            <a:ext cx="38082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d" sz="4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Assumptions of Linear Regression</a:t>
            </a:r>
            <a:endParaRPr b="0" i="0" sz="4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494" name="Google Shape;4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0375" y="1062613"/>
            <a:ext cx="2892501" cy="3018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6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0" name="Google Shape;500;p16"/>
          <p:cNvGrpSpPr/>
          <p:nvPr/>
        </p:nvGrpSpPr>
        <p:grpSpPr>
          <a:xfrm>
            <a:off x="0" y="0"/>
            <a:ext cx="3576638" cy="5143510"/>
            <a:chOff x="0" y="0"/>
            <a:chExt cx="7153275" cy="10287019"/>
          </a:xfrm>
        </p:grpSpPr>
        <p:sp>
          <p:nvSpPr>
            <p:cNvPr id="501" name="Google Shape;501;p16"/>
            <p:cNvSpPr/>
            <p:nvPr/>
          </p:nvSpPr>
          <p:spPr>
            <a:xfrm>
              <a:off x="0" y="0"/>
              <a:ext cx="7153275" cy="10287000"/>
            </a:xfrm>
            <a:custGeom>
              <a:rect b="b" l="l" r="r" t="t"/>
              <a:pathLst>
                <a:path extrusionOk="0" h="10287000" w="7153275">
                  <a:moveTo>
                    <a:pt x="715327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7153275" y="0"/>
                  </a:lnTo>
                  <a:lnTo>
                    <a:pt x="7153275" y="10287000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6"/>
            <p:cNvSpPr/>
            <p:nvPr/>
          </p:nvSpPr>
          <p:spPr>
            <a:xfrm>
              <a:off x="0" y="7698760"/>
              <a:ext cx="2552700" cy="2588259"/>
            </a:xfrm>
            <a:custGeom>
              <a:rect b="b" l="l" r="r" t="t"/>
              <a:pathLst>
                <a:path extrusionOk="0" h="2588259" w="2552700">
                  <a:moveTo>
                    <a:pt x="0" y="0"/>
                  </a:moveTo>
                  <a:lnTo>
                    <a:pt x="2552700" y="0"/>
                  </a:lnTo>
                  <a:lnTo>
                    <a:pt x="2552700" y="2588239"/>
                  </a:lnTo>
                  <a:lnTo>
                    <a:pt x="0" y="2588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16"/>
            <p:cNvSpPr/>
            <p:nvPr/>
          </p:nvSpPr>
          <p:spPr>
            <a:xfrm>
              <a:off x="3519251" y="1415372"/>
              <a:ext cx="2463165" cy="2463165"/>
            </a:xfrm>
            <a:custGeom>
              <a:rect b="b" l="l" r="r" t="t"/>
              <a:pathLst>
                <a:path extrusionOk="0" h="2463165" w="2463165">
                  <a:moveTo>
                    <a:pt x="1231315" y="2462631"/>
                  </a:moveTo>
                  <a:lnTo>
                    <a:pt x="1185996" y="2461798"/>
                  </a:lnTo>
                  <a:lnTo>
                    <a:pt x="1140734" y="2459294"/>
                  </a:lnTo>
                  <a:lnTo>
                    <a:pt x="1095597" y="2455128"/>
                  </a:lnTo>
                  <a:lnTo>
                    <a:pt x="1050642" y="2449303"/>
                  </a:lnTo>
                  <a:lnTo>
                    <a:pt x="1005935" y="2441827"/>
                  </a:lnTo>
                  <a:lnTo>
                    <a:pt x="961533" y="2432713"/>
                  </a:lnTo>
                  <a:lnTo>
                    <a:pt x="917494" y="2421970"/>
                  </a:lnTo>
                  <a:lnTo>
                    <a:pt x="873884" y="2409611"/>
                  </a:lnTo>
                  <a:lnTo>
                    <a:pt x="830758" y="2395656"/>
                  </a:lnTo>
                  <a:lnTo>
                    <a:pt x="788170" y="2380126"/>
                  </a:lnTo>
                  <a:lnTo>
                    <a:pt x="746185" y="2363035"/>
                  </a:lnTo>
                  <a:lnTo>
                    <a:pt x="704859" y="2344410"/>
                  </a:lnTo>
                  <a:lnTo>
                    <a:pt x="664248" y="2324280"/>
                  </a:lnTo>
                  <a:lnTo>
                    <a:pt x="624402" y="2302667"/>
                  </a:lnTo>
                  <a:lnTo>
                    <a:pt x="585378" y="2279602"/>
                  </a:lnTo>
                  <a:lnTo>
                    <a:pt x="547231" y="2255115"/>
                  </a:lnTo>
                  <a:lnTo>
                    <a:pt x="510013" y="2229244"/>
                  </a:lnTo>
                  <a:lnTo>
                    <a:pt x="473771" y="2202019"/>
                  </a:lnTo>
                  <a:lnTo>
                    <a:pt x="438554" y="2173478"/>
                  </a:lnTo>
                  <a:lnTo>
                    <a:pt x="404414" y="2143661"/>
                  </a:lnTo>
                  <a:lnTo>
                    <a:pt x="371394" y="2112608"/>
                  </a:lnTo>
                  <a:lnTo>
                    <a:pt x="339538" y="2080358"/>
                  </a:lnTo>
                  <a:lnTo>
                    <a:pt x="308891" y="2046958"/>
                  </a:lnTo>
                  <a:lnTo>
                    <a:pt x="279495" y="2012452"/>
                  </a:lnTo>
                  <a:lnTo>
                    <a:pt x="251389" y="1976892"/>
                  </a:lnTo>
                  <a:lnTo>
                    <a:pt x="224610" y="1940317"/>
                  </a:lnTo>
                  <a:lnTo>
                    <a:pt x="199195" y="1902783"/>
                  </a:lnTo>
                  <a:lnTo>
                    <a:pt x="175180" y="1864340"/>
                  </a:lnTo>
                  <a:lnTo>
                    <a:pt x="152597" y="1825035"/>
                  </a:lnTo>
                  <a:lnTo>
                    <a:pt x="131474" y="1784928"/>
                  </a:lnTo>
                  <a:lnTo>
                    <a:pt x="111842" y="1744071"/>
                  </a:lnTo>
                  <a:lnTo>
                    <a:pt x="93728" y="1702520"/>
                  </a:lnTo>
                  <a:lnTo>
                    <a:pt x="77155" y="1660330"/>
                  </a:lnTo>
                  <a:lnTo>
                    <a:pt x="62146" y="1617555"/>
                  </a:lnTo>
                  <a:lnTo>
                    <a:pt x="48722" y="1574260"/>
                  </a:lnTo>
                  <a:lnTo>
                    <a:pt x="36901" y="1530500"/>
                  </a:lnTo>
                  <a:lnTo>
                    <a:pt x="26698" y="1486336"/>
                  </a:lnTo>
                  <a:lnTo>
                    <a:pt x="18127" y="1441825"/>
                  </a:lnTo>
                  <a:lnTo>
                    <a:pt x="11201" y="1397025"/>
                  </a:lnTo>
                  <a:lnTo>
                    <a:pt x="5929" y="1352004"/>
                  </a:lnTo>
                  <a:lnTo>
                    <a:pt x="2317" y="1306821"/>
                  </a:lnTo>
                  <a:lnTo>
                    <a:pt x="370" y="1261532"/>
                  </a:lnTo>
                  <a:lnTo>
                    <a:pt x="0" y="1231315"/>
                  </a:lnTo>
                  <a:lnTo>
                    <a:pt x="92" y="1216205"/>
                  </a:lnTo>
                  <a:lnTo>
                    <a:pt x="1483" y="1170897"/>
                  </a:lnTo>
                  <a:lnTo>
                    <a:pt x="4540" y="1125673"/>
                  </a:lnTo>
                  <a:lnTo>
                    <a:pt x="9260" y="1080590"/>
                  </a:lnTo>
                  <a:lnTo>
                    <a:pt x="15636" y="1035708"/>
                  </a:lnTo>
                  <a:lnTo>
                    <a:pt x="23659" y="991095"/>
                  </a:lnTo>
                  <a:lnTo>
                    <a:pt x="33319" y="946812"/>
                  </a:lnTo>
                  <a:lnTo>
                    <a:pt x="44603" y="902907"/>
                  </a:lnTo>
                  <a:lnTo>
                    <a:pt x="57495" y="859451"/>
                  </a:lnTo>
                  <a:lnTo>
                    <a:pt x="71977" y="816500"/>
                  </a:lnTo>
                  <a:lnTo>
                    <a:pt x="88031" y="774107"/>
                  </a:lnTo>
                  <a:lnTo>
                    <a:pt x="105634" y="732335"/>
                  </a:lnTo>
                  <a:lnTo>
                    <a:pt x="124764" y="691239"/>
                  </a:lnTo>
                  <a:lnTo>
                    <a:pt x="145392" y="650878"/>
                  </a:lnTo>
                  <a:lnTo>
                    <a:pt x="167491" y="611301"/>
                  </a:lnTo>
                  <a:lnTo>
                    <a:pt x="191034" y="572563"/>
                  </a:lnTo>
                  <a:lnTo>
                    <a:pt x="215986" y="534720"/>
                  </a:lnTo>
                  <a:lnTo>
                    <a:pt x="242313" y="497820"/>
                  </a:lnTo>
                  <a:lnTo>
                    <a:pt x="269981" y="461917"/>
                  </a:lnTo>
                  <a:lnTo>
                    <a:pt x="298952" y="427053"/>
                  </a:lnTo>
                  <a:lnTo>
                    <a:pt x="329187" y="393280"/>
                  </a:lnTo>
                  <a:lnTo>
                    <a:pt x="360644" y="360644"/>
                  </a:lnTo>
                  <a:lnTo>
                    <a:pt x="393280" y="329187"/>
                  </a:lnTo>
                  <a:lnTo>
                    <a:pt x="427053" y="298952"/>
                  </a:lnTo>
                  <a:lnTo>
                    <a:pt x="461917" y="269981"/>
                  </a:lnTo>
                  <a:lnTo>
                    <a:pt x="497820" y="242313"/>
                  </a:lnTo>
                  <a:lnTo>
                    <a:pt x="534720" y="215986"/>
                  </a:lnTo>
                  <a:lnTo>
                    <a:pt x="572563" y="191034"/>
                  </a:lnTo>
                  <a:lnTo>
                    <a:pt x="611301" y="167491"/>
                  </a:lnTo>
                  <a:lnTo>
                    <a:pt x="650878" y="145392"/>
                  </a:lnTo>
                  <a:lnTo>
                    <a:pt x="691239" y="124764"/>
                  </a:lnTo>
                  <a:lnTo>
                    <a:pt x="732335" y="105634"/>
                  </a:lnTo>
                  <a:lnTo>
                    <a:pt x="774107" y="88031"/>
                  </a:lnTo>
                  <a:lnTo>
                    <a:pt x="816500" y="71977"/>
                  </a:lnTo>
                  <a:lnTo>
                    <a:pt x="859451" y="57495"/>
                  </a:lnTo>
                  <a:lnTo>
                    <a:pt x="902907" y="44603"/>
                  </a:lnTo>
                  <a:lnTo>
                    <a:pt x="946812" y="33319"/>
                  </a:lnTo>
                  <a:lnTo>
                    <a:pt x="991095" y="23659"/>
                  </a:lnTo>
                  <a:lnTo>
                    <a:pt x="1035708" y="15636"/>
                  </a:lnTo>
                  <a:lnTo>
                    <a:pt x="1080590" y="9260"/>
                  </a:lnTo>
                  <a:lnTo>
                    <a:pt x="1125673" y="4540"/>
                  </a:lnTo>
                  <a:lnTo>
                    <a:pt x="1170897" y="1483"/>
                  </a:lnTo>
                  <a:lnTo>
                    <a:pt x="1216205" y="92"/>
                  </a:lnTo>
                  <a:lnTo>
                    <a:pt x="1231315" y="0"/>
                  </a:lnTo>
                  <a:lnTo>
                    <a:pt x="1246425" y="92"/>
                  </a:lnTo>
                  <a:lnTo>
                    <a:pt x="1291734" y="1483"/>
                  </a:lnTo>
                  <a:lnTo>
                    <a:pt x="1336958" y="4540"/>
                  </a:lnTo>
                  <a:lnTo>
                    <a:pt x="1382041" y="9260"/>
                  </a:lnTo>
                  <a:lnTo>
                    <a:pt x="1426922" y="15636"/>
                  </a:lnTo>
                  <a:lnTo>
                    <a:pt x="1471535" y="23659"/>
                  </a:lnTo>
                  <a:lnTo>
                    <a:pt x="1515819" y="33319"/>
                  </a:lnTo>
                  <a:lnTo>
                    <a:pt x="1559723" y="44603"/>
                  </a:lnTo>
                  <a:lnTo>
                    <a:pt x="1603180" y="57495"/>
                  </a:lnTo>
                  <a:lnTo>
                    <a:pt x="1646131" y="71977"/>
                  </a:lnTo>
                  <a:lnTo>
                    <a:pt x="1688524" y="88031"/>
                  </a:lnTo>
                  <a:lnTo>
                    <a:pt x="1730296" y="105634"/>
                  </a:lnTo>
                  <a:lnTo>
                    <a:pt x="1771391" y="124764"/>
                  </a:lnTo>
                  <a:lnTo>
                    <a:pt x="1811753" y="145392"/>
                  </a:lnTo>
                  <a:lnTo>
                    <a:pt x="1851329" y="167491"/>
                  </a:lnTo>
                  <a:lnTo>
                    <a:pt x="1890067" y="191034"/>
                  </a:lnTo>
                  <a:lnTo>
                    <a:pt x="1927911" y="215986"/>
                  </a:lnTo>
                  <a:lnTo>
                    <a:pt x="1964810" y="242313"/>
                  </a:lnTo>
                  <a:lnTo>
                    <a:pt x="2000714" y="269981"/>
                  </a:lnTo>
                  <a:lnTo>
                    <a:pt x="2035577" y="298952"/>
                  </a:lnTo>
                  <a:lnTo>
                    <a:pt x="2069351" y="329187"/>
                  </a:lnTo>
                  <a:lnTo>
                    <a:pt x="2101989" y="360644"/>
                  </a:lnTo>
                  <a:lnTo>
                    <a:pt x="2133444" y="393280"/>
                  </a:lnTo>
                  <a:lnTo>
                    <a:pt x="2163678" y="427053"/>
                  </a:lnTo>
                  <a:lnTo>
                    <a:pt x="2192651" y="461917"/>
                  </a:lnTo>
                  <a:lnTo>
                    <a:pt x="2220318" y="497820"/>
                  </a:lnTo>
                  <a:lnTo>
                    <a:pt x="2246643" y="534720"/>
                  </a:lnTo>
                  <a:lnTo>
                    <a:pt x="2271596" y="572563"/>
                  </a:lnTo>
                  <a:lnTo>
                    <a:pt x="2295138" y="611301"/>
                  </a:lnTo>
                  <a:lnTo>
                    <a:pt x="2317237" y="650878"/>
                  </a:lnTo>
                  <a:lnTo>
                    <a:pt x="2337866" y="691239"/>
                  </a:lnTo>
                  <a:lnTo>
                    <a:pt x="2356997" y="732335"/>
                  </a:lnTo>
                  <a:lnTo>
                    <a:pt x="2374599" y="774107"/>
                  </a:lnTo>
                  <a:lnTo>
                    <a:pt x="2390653" y="816500"/>
                  </a:lnTo>
                  <a:lnTo>
                    <a:pt x="2405135" y="859451"/>
                  </a:lnTo>
                  <a:lnTo>
                    <a:pt x="2418029" y="902907"/>
                  </a:lnTo>
                  <a:lnTo>
                    <a:pt x="2429312" y="946812"/>
                  </a:lnTo>
                  <a:lnTo>
                    <a:pt x="2438970" y="991095"/>
                  </a:lnTo>
                  <a:lnTo>
                    <a:pt x="2446995" y="1035708"/>
                  </a:lnTo>
                  <a:lnTo>
                    <a:pt x="2453370" y="1080590"/>
                  </a:lnTo>
                  <a:lnTo>
                    <a:pt x="2458090" y="1125673"/>
                  </a:lnTo>
                  <a:lnTo>
                    <a:pt x="2461149" y="1170897"/>
                  </a:lnTo>
                  <a:lnTo>
                    <a:pt x="2462539" y="1216205"/>
                  </a:lnTo>
                  <a:lnTo>
                    <a:pt x="2462631" y="1231315"/>
                  </a:lnTo>
                  <a:lnTo>
                    <a:pt x="2462539" y="1246425"/>
                  </a:lnTo>
                  <a:lnTo>
                    <a:pt x="2461149" y="1291734"/>
                  </a:lnTo>
                  <a:lnTo>
                    <a:pt x="2458090" y="1336958"/>
                  </a:lnTo>
                  <a:lnTo>
                    <a:pt x="2453370" y="1382041"/>
                  </a:lnTo>
                  <a:lnTo>
                    <a:pt x="2446995" y="1426922"/>
                  </a:lnTo>
                  <a:lnTo>
                    <a:pt x="2438970" y="1471535"/>
                  </a:lnTo>
                  <a:lnTo>
                    <a:pt x="2429312" y="1515819"/>
                  </a:lnTo>
                  <a:lnTo>
                    <a:pt x="2418029" y="1559723"/>
                  </a:lnTo>
                  <a:lnTo>
                    <a:pt x="2405135" y="1603180"/>
                  </a:lnTo>
                  <a:lnTo>
                    <a:pt x="2390653" y="1646131"/>
                  </a:lnTo>
                  <a:lnTo>
                    <a:pt x="2374601" y="1688524"/>
                  </a:lnTo>
                  <a:lnTo>
                    <a:pt x="2356997" y="1730296"/>
                  </a:lnTo>
                  <a:lnTo>
                    <a:pt x="2337866" y="1771391"/>
                  </a:lnTo>
                  <a:lnTo>
                    <a:pt x="2317237" y="1811753"/>
                  </a:lnTo>
                  <a:lnTo>
                    <a:pt x="2295138" y="1851329"/>
                  </a:lnTo>
                  <a:lnTo>
                    <a:pt x="2271596" y="1890067"/>
                  </a:lnTo>
                  <a:lnTo>
                    <a:pt x="2246643" y="1927911"/>
                  </a:lnTo>
                  <a:lnTo>
                    <a:pt x="2220318" y="1964810"/>
                  </a:lnTo>
                  <a:lnTo>
                    <a:pt x="2192651" y="2000714"/>
                  </a:lnTo>
                  <a:lnTo>
                    <a:pt x="2163678" y="2035577"/>
                  </a:lnTo>
                  <a:lnTo>
                    <a:pt x="2133444" y="2069351"/>
                  </a:lnTo>
                  <a:lnTo>
                    <a:pt x="2101989" y="2101989"/>
                  </a:lnTo>
                  <a:lnTo>
                    <a:pt x="2069351" y="2133444"/>
                  </a:lnTo>
                  <a:lnTo>
                    <a:pt x="2035577" y="2163678"/>
                  </a:lnTo>
                  <a:lnTo>
                    <a:pt x="2000714" y="2192651"/>
                  </a:lnTo>
                  <a:lnTo>
                    <a:pt x="1964810" y="2220318"/>
                  </a:lnTo>
                  <a:lnTo>
                    <a:pt x="1927911" y="2246643"/>
                  </a:lnTo>
                  <a:lnTo>
                    <a:pt x="1890067" y="2271596"/>
                  </a:lnTo>
                  <a:lnTo>
                    <a:pt x="1851329" y="2295138"/>
                  </a:lnTo>
                  <a:lnTo>
                    <a:pt x="1811753" y="2317237"/>
                  </a:lnTo>
                  <a:lnTo>
                    <a:pt x="1771391" y="2337866"/>
                  </a:lnTo>
                  <a:lnTo>
                    <a:pt x="1730296" y="2356997"/>
                  </a:lnTo>
                  <a:lnTo>
                    <a:pt x="1688524" y="2374599"/>
                  </a:lnTo>
                  <a:lnTo>
                    <a:pt x="1646131" y="2390653"/>
                  </a:lnTo>
                  <a:lnTo>
                    <a:pt x="1603180" y="2405135"/>
                  </a:lnTo>
                  <a:lnTo>
                    <a:pt x="1559723" y="2418029"/>
                  </a:lnTo>
                  <a:lnTo>
                    <a:pt x="1515819" y="2429312"/>
                  </a:lnTo>
                  <a:lnTo>
                    <a:pt x="1471535" y="2438970"/>
                  </a:lnTo>
                  <a:lnTo>
                    <a:pt x="1426922" y="2446995"/>
                  </a:lnTo>
                  <a:lnTo>
                    <a:pt x="1382041" y="2453370"/>
                  </a:lnTo>
                  <a:lnTo>
                    <a:pt x="1336958" y="2458090"/>
                  </a:lnTo>
                  <a:lnTo>
                    <a:pt x="1291734" y="2461149"/>
                  </a:lnTo>
                  <a:lnTo>
                    <a:pt x="1246425" y="2462539"/>
                  </a:lnTo>
                  <a:lnTo>
                    <a:pt x="1231315" y="2462631"/>
                  </a:lnTo>
                  <a:close/>
                </a:path>
              </a:pathLst>
            </a:custGeom>
            <a:solidFill>
              <a:srgbClr val="003B6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4" name="Google Shape;504;p16"/>
          <p:cNvSpPr txBox="1"/>
          <p:nvPr>
            <p:ph type="title"/>
          </p:nvPr>
        </p:nvSpPr>
        <p:spPr>
          <a:xfrm>
            <a:off x="4067077" y="310225"/>
            <a:ext cx="35766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500">
            <a:spAutoFit/>
          </a:bodyPr>
          <a:lstStyle/>
          <a:p>
            <a:pPr indent="0" lvl="0" marL="12700" marR="0" rtl="0" algn="l">
              <a:lnSpc>
                <a:spcPct val="118918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2800">
                <a:solidFill>
                  <a:srgbClr val="262626"/>
                </a:solidFill>
              </a:rPr>
              <a:t>Assumption 1</a:t>
            </a:r>
            <a:endParaRPr sz="2800"/>
          </a:p>
        </p:txBody>
      </p:sp>
      <p:sp>
        <p:nvSpPr>
          <p:cNvPr id="505" name="Google Shape;505;p16"/>
          <p:cNvSpPr txBox="1"/>
          <p:nvPr/>
        </p:nvSpPr>
        <p:spPr>
          <a:xfrm>
            <a:off x="3972177" y="922800"/>
            <a:ext cx="4809300" cy="4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-317500" lvl="0" marL="45720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Char char="●"/>
            </a:pPr>
            <a:r>
              <a:rPr b="0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There is a straight-line relationship between the predictors and the target</a:t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Char char="●"/>
            </a:pPr>
            <a:r>
              <a:rPr b="0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How do we check this?</a:t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Char char="○"/>
            </a:pPr>
            <a:r>
              <a:rPr b="0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One predictor: Scatter plot (like above)</a:t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Char char="○"/>
            </a:pPr>
            <a:r>
              <a:rPr b="0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Multiple predictors: Residual plot </a:t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06" name="Google Shape;50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6075" y="1404239"/>
            <a:ext cx="2641475" cy="277887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6"/>
          <p:cNvSpPr/>
          <p:nvPr/>
        </p:nvSpPr>
        <p:spPr>
          <a:xfrm>
            <a:off x="5037313" y="1404250"/>
            <a:ext cx="2679000" cy="13857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8" name="Google Shape;508;p16"/>
          <p:cNvCxnSpPr/>
          <p:nvPr/>
        </p:nvCxnSpPr>
        <p:spPr>
          <a:xfrm flipH="1" rot="10800000">
            <a:off x="5092150" y="1533425"/>
            <a:ext cx="1137300" cy="9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16"/>
          <p:cNvCxnSpPr/>
          <p:nvPr/>
        </p:nvCxnSpPr>
        <p:spPr>
          <a:xfrm>
            <a:off x="6530275" y="1511500"/>
            <a:ext cx="1071300" cy="93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7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5" name="Google Shape;515;p17"/>
          <p:cNvGrpSpPr/>
          <p:nvPr/>
        </p:nvGrpSpPr>
        <p:grpSpPr>
          <a:xfrm>
            <a:off x="0" y="0"/>
            <a:ext cx="3576638" cy="5143510"/>
            <a:chOff x="0" y="0"/>
            <a:chExt cx="7153275" cy="10287019"/>
          </a:xfrm>
        </p:grpSpPr>
        <p:sp>
          <p:nvSpPr>
            <p:cNvPr id="516" name="Google Shape;516;p17"/>
            <p:cNvSpPr/>
            <p:nvPr/>
          </p:nvSpPr>
          <p:spPr>
            <a:xfrm>
              <a:off x="0" y="0"/>
              <a:ext cx="7153275" cy="10287000"/>
            </a:xfrm>
            <a:custGeom>
              <a:rect b="b" l="l" r="r" t="t"/>
              <a:pathLst>
                <a:path extrusionOk="0" h="10287000" w="7153275">
                  <a:moveTo>
                    <a:pt x="715327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7153275" y="0"/>
                  </a:lnTo>
                  <a:lnTo>
                    <a:pt x="7153275" y="10287000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7"/>
            <p:cNvSpPr/>
            <p:nvPr/>
          </p:nvSpPr>
          <p:spPr>
            <a:xfrm>
              <a:off x="0" y="7698760"/>
              <a:ext cx="2552700" cy="2588259"/>
            </a:xfrm>
            <a:custGeom>
              <a:rect b="b" l="l" r="r" t="t"/>
              <a:pathLst>
                <a:path extrusionOk="0" h="2588259" w="2552700">
                  <a:moveTo>
                    <a:pt x="0" y="0"/>
                  </a:moveTo>
                  <a:lnTo>
                    <a:pt x="2552700" y="0"/>
                  </a:lnTo>
                  <a:lnTo>
                    <a:pt x="2552700" y="2588239"/>
                  </a:lnTo>
                  <a:lnTo>
                    <a:pt x="0" y="2588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17"/>
            <p:cNvSpPr/>
            <p:nvPr/>
          </p:nvSpPr>
          <p:spPr>
            <a:xfrm>
              <a:off x="3519251" y="1415372"/>
              <a:ext cx="2463165" cy="2463165"/>
            </a:xfrm>
            <a:custGeom>
              <a:rect b="b" l="l" r="r" t="t"/>
              <a:pathLst>
                <a:path extrusionOk="0" h="2463165" w="2463165">
                  <a:moveTo>
                    <a:pt x="1231315" y="2462631"/>
                  </a:moveTo>
                  <a:lnTo>
                    <a:pt x="1185996" y="2461798"/>
                  </a:lnTo>
                  <a:lnTo>
                    <a:pt x="1140734" y="2459294"/>
                  </a:lnTo>
                  <a:lnTo>
                    <a:pt x="1095597" y="2455128"/>
                  </a:lnTo>
                  <a:lnTo>
                    <a:pt x="1050642" y="2449303"/>
                  </a:lnTo>
                  <a:lnTo>
                    <a:pt x="1005935" y="2441827"/>
                  </a:lnTo>
                  <a:lnTo>
                    <a:pt x="961533" y="2432713"/>
                  </a:lnTo>
                  <a:lnTo>
                    <a:pt x="917494" y="2421970"/>
                  </a:lnTo>
                  <a:lnTo>
                    <a:pt x="873884" y="2409611"/>
                  </a:lnTo>
                  <a:lnTo>
                    <a:pt x="830758" y="2395656"/>
                  </a:lnTo>
                  <a:lnTo>
                    <a:pt x="788170" y="2380126"/>
                  </a:lnTo>
                  <a:lnTo>
                    <a:pt x="746185" y="2363035"/>
                  </a:lnTo>
                  <a:lnTo>
                    <a:pt x="704859" y="2344410"/>
                  </a:lnTo>
                  <a:lnTo>
                    <a:pt x="664248" y="2324280"/>
                  </a:lnTo>
                  <a:lnTo>
                    <a:pt x="624402" y="2302667"/>
                  </a:lnTo>
                  <a:lnTo>
                    <a:pt x="585378" y="2279602"/>
                  </a:lnTo>
                  <a:lnTo>
                    <a:pt x="547231" y="2255115"/>
                  </a:lnTo>
                  <a:lnTo>
                    <a:pt x="510013" y="2229244"/>
                  </a:lnTo>
                  <a:lnTo>
                    <a:pt x="473771" y="2202019"/>
                  </a:lnTo>
                  <a:lnTo>
                    <a:pt x="438554" y="2173478"/>
                  </a:lnTo>
                  <a:lnTo>
                    <a:pt x="404414" y="2143661"/>
                  </a:lnTo>
                  <a:lnTo>
                    <a:pt x="371394" y="2112608"/>
                  </a:lnTo>
                  <a:lnTo>
                    <a:pt x="339538" y="2080358"/>
                  </a:lnTo>
                  <a:lnTo>
                    <a:pt x="308891" y="2046958"/>
                  </a:lnTo>
                  <a:lnTo>
                    <a:pt x="279495" y="2012452"/>
                  </a:lnTo>
                  <a:lnTo>
                    <a:pt x="251389" y="1976892"/>
                  </a:lnTo>
                  <a:lnTo>
                    <a:pt x="224610" y="1940317"/>
                  </a:lnTo>
                  <a:lnTo>
                    <a:pt x="199195" y="1902783"/>
                  </a:lnTo>
                  <a:lnTo>
                    <a:pt x="175180" y="1864340"/>
                  </a:lnTo>
                  <a:lnTo>
                    <a:pt x="152597" y="1825035"/>
                  </a:lnTo>
                  <a:lnTo>
                    <a:pt x="131474" y="1784928"/>
                  </a:lnTo>
                  <a:lnTo>
                    <a:pt x="111842" y="1744071"/>
                  </a:lnTo>
                  <a:lnTo>
                    <a:pt x="93728" y="1702520"/>
                  </a:lnTo>
                  <a:lnTo>
                    <a:pt x="77155" y="1660330"/>
                  </a:lnTo>
                  <a:lnTo>
                    <a:pt x="62146" y="1617555"/>
                  </a:lnTo>
                  <a:lnTo>
                    <a:pt x="48722" y="1574260"/>
                  </a:lnTo>
                  <a:lnTo>
                    <a:pt x="36901" y="1530500"/>
                  </a:lnTo>
                  <a:lnTo>
                    <a:pt x="26698" y="1486336"/>
                  </a:lnTo>
                  <a:lnTo>
                    <a:pt x="18127" y="1441825"/>
                  </a:lnTo>
                  <a:lnTo>
                    <a:pt x="11201" y="1397025"/>
                  </a:lnTo>
                  <a:lnTo>
                    <a:pt x="5929" y="1352004"/>
                  </a:lnTo>
                  <a:lnTo>
                    <a:pt x="2317" y="1306821"/>
                  </a:lnTo>
                  <a:lnTo>
                    <a:pt x="370" y="1261532"/>
                  </a:lnTo>
                  <a:lnTo>
                    <a:pt x="0" y="1231315"/>
                  </a:lnTo>
                  <a:lnTo>
                    <a:pt x="92" y="1216205"/>
                  </a:lnTo>
                  <a:lnTo>
                    <a:pt x="1483" y="1170897"/>
                  </a:lnTo>
                  <a:lnTo>
                    <a:pt x="4540" y="1125673"/>
                  </a:lnTo>
                  <a:lnTo>
                    <a:pt x="9260" y="1080590"/>
                  </a:lnTo>
                  <a:lnTo>
                    <a:pt x="15636" y="1035708"/>
                  </a:lnTo>
                  <a:lnTo>
                    <a:pt x="23659" y="991095"/>
                  </a:lnTo>
                  <a:lnTo>
                    <a:pt x="33319" y="946812"/>
                  </a:lnTo>
                  <a:lnTo>
                    <a:pt x="44603" y="902907"/>
                  </a:lnTo>
                  <a:lnTo>
                    <a:pt x="57495" y="859451"/>
                  </a:lnTo>
                  <a:lnTo>
                    <a:pt x="71977" y="816500"/>
                  </a:lnTo>
                  <a:lnTo>
                    <a:pt x="88031" y="774107"/>
                  </a:lnTo>
                  <a:lnTo>
                    <a:pt x="105634" y="732335"/>
                  </a:lnTo>
                  <a:lnTo>
                    <a:pt x="124764" y="691239"/>
                  </a:lnTo>
                  <a:lnTo>
                    <a:pt x="145392" y="650878"/>
                  </a:lnTo>
                  <a:lnTo>
                    <a:pt x="167491" y="611301"/>
                  </a:lnTo>
                  <a:lnTo>
                    <a:pt x="191034" y="572563"/>
                  </a:lnTo>
                  <a:lnTo>
                    <a:pt x="215986" y="534720"/>
                  </a:lnTo>
                  <a:lnTo>
                    <a:pt x="242313" y="497820"/>
                  </a:lnTo>
                  <a:lnTo>
                    <a:pt x="269981" y="461917"/>
                  </a:lnTo>
                  <a:lnTo>
                    <a:pt x="298952" y="427053"/>
                  </a:lnTo>
                  <a:lnTo>
                    <a:pt x="329187" y="393280"/>
                  </a:lnTo>
                  <a:lnTo>
                    <a:pt x="360644" y="360644"/>
                  </a:lnTo>
                  <a:lnTo>
                    <a:pt x="393280" y="329187"/>
                  </a:lnTo>
                  <a:lnTo>
                    <a:pt x="427053" y="298952"/>
                  </a:lnTo>
                  <a:lnTo>
                    <a:pt x="461917" y="269981"/>
                  </a:lnTo>
                  <a:lnTo>
                    <a:pt x="497820" y="242313"/>
                  </a:lnTo>
                  <a:lnTo>
                    <a:pt x="534720" y="215986"/>
                  </a:lnTo>
                  <a:lnTo>
                    <a:pt x="572563" y="191034"/>
                  </a:lnTo>
                  <a:lnTo>
                    <a:pt x="611301" y="167491"/>
                  </a:lnTo>
                  <a:lnTo>
                    <a:pt x="650878" y="145392"/>
                  </a:lnTo>
                  <a:lnTo>
                    <a:pt x="691239" y="124764"/>
                  </a:lnTo>
                  <a:lnTo>
                    <a:pt x="732335" y="105634"/>
                  </a:lnTo>
                  <a:lnTo>
                    <a:pt x="774107" y="88031"/>
                  </a:lnTo>
                  <a:lnTo>
                    <a:pt x="816500" y="71977"/>
                  </a:lnTo>
                  <a:lnTo>
                    <a:pt x="859451" y="57495"/>
                  </a:lnTo>
                  <a:lnTo>
                    <a:pt x="902907" y="44603"/>
                  </a:lnTo>
                  <a:lnTo>
                    <a:pt x="946812" y="33319"/>
                  </a:lnTo>
                  <a:lnTo>
                    <a:pt x="991095" y="23659"/>
                  </a:lnTo>
                  <a:lnTo>
                    <a:pt x="1035708" y="15636"/>
                  </a:lnTo>
                  <a:lnTo>
                    <a:pt x="1080590" y="9260"/>
                  </a:lnTo>
                  <a:lnTo>
                    <a:pt x="1125673" y="4540"/>
                  </a:lnTo>
                  <a:lnTo>
                    <a:pt x="1170897" y="1483"/>
                  </a:lnTo>
                  <a:lnTo>
                    <a:pt x="1216205" y="92"/>
                  </a:lnTo>
                  <a:lnTo>
                    <a:pt x="1231315" y="0"/>
                  </a:lnTo>
                  <a:lnTo>
                    <a:pt x="1246425" y="92"/>
                  </a:lnTo>
                  <a:lnTo>
                    <a:pt x="1291734" y="1483"/>
                  </a:lnTo>
                  <a:lnTo>
                    <a:pt x="1336958" y="4540"/>
                  </a:lnTo>
                  <a:lnTo>
                    <a:pt x="1382041" y="9260"/>
                  </a:lnTo>
                  <a:lnTo>
                    <a:pt x="1426922" y="15636"/>
                  </a:lnTo>
                  <a:lnTo>
                    <a:pt x="1471535" y="23659"/>
                  </a:lnTo>
                  <a:lnTo>
                    <a:pt x="1515819" y="33319"/>
                  </a:lnTo>
                  <a:lnTo>
                    <a:pt x="1559723" y="44603"/>
                  </a:lnTo>
                  <a:lnTo>
                    <a:pt x="1603180" y="57495"/>
                  </a:lnTo>
                  <a:lnTo>
                    <a:pt x="1646131" y="71977"/>
                  </a:lnTo>
                  <a:lnTo>
                    <a:pt x="1688524" y="88031"/>
                  </a:lnTo>
                  <a:lnTo>
                    <a:pt x="1730296" y="105634"/>
                  </a:lnTo>
                  <a:lnTo>
                    <a:pt x="1771391" y="124764"/>
                  </a:lnTo>
                  <a:lnTo>
                    <a:pt x="1811753" y="145392"/>
                  </a:lnTo>
                  <a:lnTo>
                    <a:pt x="1851329" y="167491"/>
                  </a:lnTo>
                  <a:lnTo>
                    <a:pt x="1890067" y="191034"/>
                  </a:lnTo>
                  <a:lnTo>
                    <a:pt x="1927911" y="215986"/>
                  </a:lnTo>
                  <a:lnTo>
                    <a:pt x="1964810" y="242313"/>
                  </a:lnTo>
                  <a:lnTo>
                    <a:pt x="2000714" y="269981"/>
                  </a:lnTo>
                  <a:lnTo>
                    <a:pt x="2035577" y="298952"/>
                  </a:lnTo>
                  <a:lnTo>
                    <a:pt x="2069351" y="329187"/>
                  </a:lnTo>
                  <a:lnTo>
                    <a:pt x="2101989" y="360644"/>
                  </a:lnTo>
                  <a:lnTo>
                    <a:pt x="2133444" y="393280"/>
                  </a:lnTo>
                  <a:lnTo>
                    <a:pt x="2163678" y="427053"/>
                  </a:lnTo>
                  <a:lnTo>
                    <a:pt x="2192651" y="461917"/>
                  </a:lnTo>
                  <a:lnTo>
                    <a:pt x="2220318" y="497820"/>
                  </a:lnTo>
                  <a:lnTo>
                    <a:pt x="2246643" y="534720"/>
                  </a:lnTo>
                  <a:lnTo>
                    <a:pt x="2271596" y="572563"/>
                  </a:lnTo>
                  <a:lnTo>
                    <a:pt x="2295138" y="611301"/>
                  </a:lnTo>
                  <a:lnTo>
                    <a:pt x="2317237" y="650878"/>
                  </a:lnTo>
                  <a:lnTo>
                    <a:pt x="2337866" y="691239"/>
                  </a:lnTo>
                  <a:lnTo>
                    <a:pt x="2356997" y="732335"/>
                  </a:lnTo>
                  <a:lnTo>
                    <a:pt x="2374599" y="774107"/>
                  </a:lnTo>
                  <a:lnTo>
                    <a:pt x="2390653" y="816500"/>
                  </a:lnTo>
                  <a:lnTo>
                    <a:pt x="2405135" y="859451"/>
                  </a:lnTo>
                  <a:lnTo>
                    <a:pt x="2418029" y="902907"/>
                  </a:lnTo>
                  <a:lnTo>
                    <a:pt x="2429312" y="946812"/>
                  </a:lnTo>
                  <a:lnTo>
                    <a:pt x="2438970" y="991095"/>
                  </a:lnTo>
                  <a:lnTo>
                    <a:pt x="2446995" y="1035708"/>
                  </a:lnTo>
                  <a:lnTo>
                    <a:pt x="2453370" y="1080590"/>
                  </a:lnTo>
                  <a:lnTo>
                    <a:pt x="2458090" y="1125673"/>
                  </a:lnTo>
                  <a:lnTo>
                    <a:pt x="2461149" y="1170897"/>
                  </a:lnTo>
                  <a:lnTo>
                    <a:pt x="2462539" y="1216205"/>
                  </a:lnTo>
                  <a:lnTo>
                    <a:pt x="2462631" y="1231315"/>
                  </a:lnTo>
                  <a:lnTo>
                    <a:pt x="2462539" y="1246425"/>
                  </a:lnTo>
                  <a:lnTo>
                    <a:pt x="2461149" y="1291734"/>
                  </a:lnTo>
                  <a:lnTo>
                    <a:pt x="2458090" y="1336958"/>
                  </a:lnTo>
                  <a:lnTo>
                    <a:pt x="2453370" y="1382041"/>
                  </a:lnTo>
                  <a:lnTo>
                    <a:pt x="2446995" y="1426922"/>
                  </a:lnTo>
                  <a:lnTo>
                    <a:pt x="2438970" y="1471535"/>
                  </a:lnTo>
                  <a:lnTo>
                    <a:pt x="2429312" y="1515819"/>
                  </a:lnTo>
                  <a:lnTo>
                    <a:pt x="2418029" y="1559723"/>
                  </a:lnTo>
                  <a:lnTo>
                    <a:pt x="2405135" y="1603180"/>
                  </a:lnTo>
                  <a:lnTo>
                    <a:pt x="2390653" y="1646131"/>
                  </a:lnTo>
                  <a:lnTo>
                    <a:pt x="2374601" y="1688524"/>
                  </a:lnTo>
                  <a:lnTo>
                    <a:pt x="2356997" y="1730296"/>
                  </a:lnTo>
                  <a:lnTo>
                    <a:pt x="2337866" y="1771391"/>
                  </a:lnTo>
                  <a:lnTo>
                    <a:pt x="2317237" y="1811753"/>
                  </a:lnTo>
                  <a:lnTo>
                    <a:pt x="2295138" y="1851329"/>
                  </a:lnTo>
                  <a:lnTo>
                    <a:pt x="2271596" y="1890067"/>
                  </a:lnTo>
                  <a:lnTo>
                    <a:pt x="2246643" y="1927911"/>
                  </a:lnTo>
                  <a:lnTo>
                    <a:pt x="2220318" y="1964810"/>
                  </a:lnTo>
                  <a:lnTo>
                    <a:pt x="2192651" y="2000714"/>
                  </a:lnTo>
                  <a:lnTo>
                    <a:pt x="2163678" y="2035577"/>
                  </a:lnTo>
                  <a:lnTo>
                    <a:pt x="2133444" y="2069351"/>
                  </a:lnTo>
                  <a:lnTo>
                    <a:pt x="2101989" y="2101989"/>
                  </a:lnTo>
                  <a:lnTo>
                    <a:pt x="2069351" y="2133444"/>
                  </a:lnTo>
                  <a:lnTo>
                    <a:pt x="2035577" y="2163678"/>
                  </a:lnTo>
                  <a:lnTo>
                    <a:pt x="2000714" y="2192651"/>
                  </a:lnTo>
                  <a:lnTo>
                    <a:pt x="1964810" y="2220318"/>
                  </a:lnTo>
                  <a:lnTo>
                    <a:pt x="1927911" y="2246643"/>
                  </a:lnTo>
                  <a:lnTo>
                    <a:pt x="1890067" y="2271596"/>
                  </a:lnTo>
                  <a:lnTo>
                    <a:pt x="1851329" y="2295138"/>
                  </a:lnTo>
                  <a:lnTo>
                    <a:pt x="1811753" y="2317237"/>
                  </a:lnTo>
                  <a:lnTo>
                    <a:pt x="1771391" y="2337866"/>
                  </a:lnTo>
                  <a:lnTo>
                    <a:pt x="1730296" y="2356997"/>
                  </a:lnTo>
                  <a:lnTo>
                    <a:pt x="1688524" y="2374599"/>
                  </a:lnTo>
                  <a:lnTo>
                    <a:pt x="1646131" y="2390653"/>
                  </a:lnTo>
                  <a:lnTo>
                    <a:pt x="1603180" y="2405135"/>
                  </a:lnTo>
                  <a:lnTo>
                    <a:pt x="1559723" y="2418029"/>
                  </a:lnTo>
                  <a:lnTo>
                    <a:pt x="1515819" y="2429312"/>
                  </a:lnTo>
                  <a:lnTo>
                    <a:pt x="1471535" y="2438970"/>
                  </a:lnTo>
                  <a:lnTo>
                    <a:pt x="1426922" y="2446995"/>
                  </a:lnTo>
                  <a:lnTo>
                    <a:pt x="1382041" y="2453370"/>
                  </a:lnTo>
                  <a:lnTo>
                    <a:pt x="1336958" y="2458090"/>
                  </a:lnTo>
                  <a:lnTo>
                    <a:pt x="1291734" y="2461149"/>
                  </a:lnTo>
                  <a:lnTo>
                    <a:pt x="1246425" y="2462539"/>
                  </a:lnTo>
                  <a:lnTo>
                    <a:pt x="1231315" y="2462631"/>
                  </a:lnTo>
                  <a:close/>
                </a:path>
              </a:pathLst>
            </a:custGeom>
            <a:solidFill>
              <a:srgbClr val="003B6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9" name="Google Shape;519;p17"/>
          <p:cNvSpPr txBox="1"/>
          <p:nvPr>
            <p:ph type="title"/>
          </p:nvPr>
        </p:nvSpPr>
        <p:spPr>
          <a:xfrm>
            <a:off x="4067075" y="310225"/>
            <a:ext cx="44184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500">
            <a:spAutoFit/>
          </a:bodyPr>
          <a:lstStyle/>
          <a:p>
            <a:pPr indent="0" lvl="0" marL="12700" marR="0" rtl="0" algn="l">
              <a:lnSpc>
                <a:spcPct val="118918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2800">
                <a:solidFill>
                  <a:srgbClr val="262626"/>
                </a:solidFill>
              </a:rPr>
              <a:t>Assumption 1 (cont’d)</a:t>
            </a:r>
            <a:endParaRPr sz="2800"/>
          </a:p>
        </p:txBody>
      </p:sp>
      <p:sp>
        <p:nvSpPr>
          <p:cNvPr id="520" name="Google Shape;520;p17"/>
          <p:cNvSpPr txBox="1"/>
          <p:nvPr/>
        </p:nvSpPr>
        <p:spPr>
          <a:xfrm>
            <a:off x="3972177" y="922800"/>
            <a:ext cx="48093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Checking linearity assumption via residual plot:</a:t>
            </a:r>
            <a:br>
              <a:rPr b="0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b="0" i="0" sz="5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●"/>
            </a:pPr>
            <a:r>
              <a:rPr b="0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Validated if there is NO discerning non-linear pattern in residual plot </a:t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21" name="Google Shape;52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4838" y="1842113"/>
            <a:ext cx="2843975" cy="1459275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17"/>
          <p:cNvSpPr/>
          <p:nvPr/>
        </p:nvSpPr>
        <p:spPr>
          <a:xfrm>
            <a:off x="4936775" y="1777500"/>
            <a:ext cx="2935800" cy="16716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3" name="Google Shape;52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5087" y="3508100"/>
            <a:ext cx="3043474" cy="15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8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9" name="Google Shape;529;p18"/>
          <p:cNvGrpSpPr/>
          <p:nvPr/>
        </p:nvGrpSpPr>
        <p:grpSpPr>
          <a:xfrm>
            <a:off x="0" y="0"/>
            <a:ext cx="3576638" cy="5143510"/>
            <a:chOff x="0" y="0"/>
            <a:chExt cx="7153275" cy="10287019"/>
          </a:xfrm>
        </p:grpSpPr>
        <p:sp>
          <p:nvSpPr>
            <p:cNvPr id="530" name="Google Shape;530;p18"/>
            <p:cNvSpPr/>
            <p:nvPr/>
          </p:nvSpPr>
          <p:spPr>
            <a:xfrm>
              <a:off x="0" y="0"/>
              <a:ext cx="7153275" cy="10287000"/>
            </a:xfrm>
            <a:custGeom>
              <a:rect b="b" l="l" r="r" t="t"/>
              <a:pathLst>
                <a:path extrusionOk="0" h="10287000" w="7153275">
                  <a:moveTo>
                    <a:pt x="715327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7153275" y="0"/>
                  </a:lnTo>
                  <a:lnTo>
                    <a:pt x="7153275" y="10287000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8"/>
            <p:cNvSpPr/>
            <p:nvPr/>
          </p:nvSpPr>
          <p:spPr>
            <a:xfrm>
              <a:off x="0" y="7698760"/>
              <a:ext cx="2552700" cy="2588259"/>
            </a:xfrm>
            <a:custGeom>
              <a:rect b="b" l="l" r="r" t="t"/>
              <a:pathLst>
                <a:path extrusionOk="0" h="2588259" w="2552700">
                  <a:moveTo>
                    <a:pt x="0" y="0"/>
                  </a:moveTo>
                  <a:lnTo>
                    <a:pt x="2552700" y="0"/>
                  </a:lnTo>
                  <a:lnTo>
                    <a:pt x="2552700" y="2588239"/>
                  </a:lnTo>
                  <a:lnTo>
                    <a:pt x="0" y="2588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18"/>
            <p:cNvSpPr/>
            <p:nvPr/>
          </p:nvSpPr>
          <p:spPr>
            <a:xfrm>
              <a:off x="3519251" y="1415372"/>
              <a:ext cx="2463165" cy="2463165"/>
            </a:xfrm>
            <a:custGeom>
              <a:rect b="b" l="l" r="r" t="t"/>
              <a:pathLst>
                <a:path extrusionOk="0" h="2463165" w="2463165">
                  <a:moveTo>
                    <a:pt x="1231315" y="2462631"/>
                  </a:moveTo>
                  <a:lnTo>
                    <a:pt x="1185996" y="2461798"/>
                  </a:lnTo>
                  <a:lnTo>
                    <a:pt x="1140734" y="2459294"/>
                  </a:lnTo>
                  <a:lnTo>
                    <a:pt x="1095597" y="2455128"/>
                  </a:lnTo>
                  <a:lnTo>
                    <a:pt x="1050642" y="2449303"/>
                  </a:lnTo>
                  <a:lnTo>
                    <a:pt x="1005935" y="2441827"/>
                  </a:lnTo>
                  <a:lnTo>
                    <a:pt x="961533" y="2432713"/>
                  </a:lnTo>
                  <a:lnTo>
                    <a:pt x="917494" y="2421970"/>
                  </a:lnTo>
                  <a:lnTo>
                    <a:pt x="873884" y="2409611"/>
                  </a:lnTo>
                  <a:lnTo>
                    <a:pt x="830758" y="2395656"/>
                  </a:lnTo>
                  <a:lnTo>
                    <a:pt x="788170" y="2380126"/>
                  </a:lnTo>
                  <a:lnTo>
                    <a:pt x="746185" y="2363035"/>
                  </a:lnTo>
                  <a:lnTo>
                    <a:pt x="704859" y="2344410"/>
                  </a:lnTo>
                  <a:lnTo>
                    <a:pt x="664248" y="2324280"/>
                  </a:lnTo>
                  <a:lnTo>
                    <a:pt x="624402" y="2302667"/>
                  </a:lnTo>
                  <a:lnTo>
                    <a:pt x="585378" y="2279602"/>
                  </a:lnTo>
                  <a:lnTo>
                    <a:pt x="547231" y="2255115"/>
                  </a:lnTo>
                  <a:lnTo>
                    <a:pt x="510013" y="2229244"/>
                  </a:lnTo>
                  <a:lnTo>
                    <a:pt x="473771" y="2202019"/>
                  </a:lnTo>
                  <a:lnTo>
                    <a:pt x="438554" y="2173478"/>
                  </a:lnTo>
                  <a:lnTo>
                    <a:pt x="404414" y="2143661"/>
                  </a:lnTo>
                  <a:lnTo>
                    <a:pt x="371394" y="2112608"/>
                  </a:lnTo>
                  <a:lnTo>
                    <a:pt x="339538" y="2080358"/>
                  </a:lnTo>
                  <a:lnTo>
                    <a:pt x="308891" y="2046958"/>
                  </a:lnTo>
                  <a:lnTo>
                    <a:pt x="279495" y="2012452"/>
                  </a:lnTo>
                  <a:lnTo>
                    <a:pt x="251389" y="1976892"/>
                  </a:lnTo>
                  <a:lnTo>
                    <a:pt x="224610" y="1940317"/>
                  </a:lnTo>
                  <a:lnTo>
                    <a:pt x="199195" y="1902783"/>
                  </a:lnTo>
                  <a:lnTo>
                    <a:pt x="175180" y="1864340"/>
                  </a:lnTo>
                  <a:lnTo>
                    <a:pt x="152597" y="1825035"/>
                  </a:lnTo>
                  <a:lnTo>
                    <a:pt x="131474" y="1784928"/>
                  </a:lnTo>
                  <a:lnTo>
                    <a:pt x="111842" y="1744071"/>
                  </a:lnTo>
                  <a:lnTo>
                    <a:pt x="93728" y="1702520"/>
                  </a:lnTo>
                  <a:lnTo>
                    <a:pt x="77155" y="1660330"/>
                  </a:lnTo>
                  <a:lnTo>
                    <a:pt x="62146" y="1617555"/>
                  </a:lnTo>
                  <a:lnTo>
                    <a:pt x="48722" y="1574260"/>
                  </a:lnTo>
                  <a:lnTo>
                    <a:pt x="36901" y="1530500"/>
                  </a:lnTo>
                  <a:lnTo>
                    <a:pt x="26698" y="1486336"/>
                  </a:lnTo>
                  <a:lnTo>
                    <a:pt x="18127" y="1441825"/>
                  </a:lnTo>
                  <a:lnTo>
                    <a:pt x="11201" y="1397025"/>
                  </a:lnTo>
                  <a:lnTo>
                    <a:pt x="5929" y="1352004"/>
                  </a:lnTo>
                  <a:lnTo>
                    <a:pt x="2317" y="1306821"/>
                  </a:lnTo>
                  <a:lnTo>
                    <a:pt x="370" y="1261532"/>
                  </a:lnTo>
                  <a:lnTo>
                    <a:pt x="0" y="1231315"/>
                  </a:lnTo>
                  <a:lnTo>
                    <a:pt x="92" y="1216205"/>
                  </a:lnTo>
                  <a:lnTo>
                    <a:pt x="1483" y="1170897"/>
                  </a:lnTo>
                  <a:lnTo>
                    <a:pt x="4540" y="1125673"/>
                  </a:lnTo>
                  <a:lnTo>
                    <a:pt x="9260" y="1080590"/>
                  </a:lnTo>
                  <a:lnTo>
                    <a:pt x="15636" y="1035708"/>
                  </a:lnTo>
                  <a:lnTo>
                    <a:pt x="23659" y="991095"/>
                  </a:lnTo>
                  <a:lnTo>
                    <a:pt x="33319" y="946812"/>
                  </a:lnTo>
                  <a:lnTo>
                    <a:pt x="44603" y="902907"/>
                  </a:lnTo>
                  <a:lnTo>
                    <a:pt x="57495" y="859451"/>
                  </a:lnTo>
                  <a:lnTo>
                    <a:pt x="71977" y="816500"/>
                  </a:lnTo>
                  <a:lnTo>
                    <a:pt x="88031" y="774107"/>
                  </a:lnTo>
                  <a:lnTo>
                    <a:pt x="105634" y="732335"/>
                  </a:lnTo>
                  <a:lnTo>
                    <a:pt x="124764" y="691239"/>
                  </a:lnTo>
                  <a:lnTo>
                    <a:pt x="145392" y="650878"/>
                  </a:lnTo>
                  <a:lnTo>
                    <a:pt x="167491" y="611301"/>
                  </a:lnTo>
                  <a:lnTo>
                    <a:pt x="191034" y="572563"/>
                  </a:lnTo>
                  <a:lnTo>
                    <a:pt x="215986" y="534720"/>
                  </a:lnTo>
                  <a:lnTo>
                    <a:pt x="242313" y="497820"/>
                  </a:lnTo>
                  <a:lnTo>
                    <a:pt x="269981" y="461917"/>
                  </a:lnTo>
                  <a:lnTo>
                    <a:pt x="298952" y="427053"/>
                  </a:lnTo>
                  <a:lnTo>
                    <a:pt x="329187" y="393280"/>
                  </a:lnTo>
                  <a:lnTo>
                    <a:pt x="360644" y="360644"/>
                  </a:lnTo>
                  <a:lnTo>
                    <a:pt x="393280" y="329187"/>
                  </a:lnTo>
                  <a:lnTo>
                    <a:pt x="427053" y="298952"/>
                  </a:lnTo>
                  <a:lnTo>
                    <a:pt x="461917" y="269981"/>
                  </a:lnTo>
                  <a:lnTo>
                    <a:pt x="497820" y="242313"/>
                  </a:lnTo>
                  <a:lnTo>
                    <a:pt x="534720" y="215986"/>
                  </a:lnTo>
                  <a:lnTo>
                    <a:pt x="572563" y="191034"/>
                  </a:lnTo>
                  <a:lnTo>
                    <a:pt x="611301" y="167491"/>
                  </a:lnTo>
                  <a:lnTo>
                    <a:pt x="650878" y="145392"/>
                  </a:lnTo>
                  <a:lnTo>
                    <a:pt x="691239" y="124764"/>
                  </a:lnTo>
                  <a:lnTo>
                    <a:pt x="732335" y="105634"/>
                  </a:lnTo>
                  <a:lnTo>
                    <a:pt x="774107" y="88031"/>
                  </a:lnTo>
                  <a:lnTo>
                    <a:pt x="816500" y="71977"/>
                  </a:lnTo>
                  <a:lnTo>
                    <a:pt x="859451" y="57495"/>
                  </a:lnTo>
                  <a:lnTo>
                    <a:pt x="902907" y="44603"/>
                  </a:lnTo>
                  <a:lnTo>
                    <a:pt x="946812" y="33319"/>
                  </a:lnTo>
                  <a:lnTo>
                    <a:pt x="991095" y="23659"/>
                  </a:lnTo>
                  <a:lnTo>
                    <a:pt x="1035708" y="15636"/>
                  </a:lnTo>
                  <a:lnTo>
                    <a:pt x="1080590" y="9260"/>
                  </a:lnTo>
                  <a:lnTo>
                    <a:pt x="1125673" y="4540"/>
                  </a:lnTo>
                  <a:lnTo>
                    <a:pt x="1170897" y="1483"/>
                  </a:lnTo>
                  <a:lnTo>
                    <a:pt x="1216205" y="92"/>
                  </a:lnTo>
                  <a:lnTo>
                    <a:pt x="1231315" y="0"/>
                  </a:lnTo>
                  <a:lnTo>
                    <a:pt x="1246425" y="92"/>
                  </a:lnTo>
                  <a:lnTo>
                    <a:pt x="1291734" y="1483"/>
                  </a:lnTo>
                  <a:lnTo>
                    <a:pt x="1336958" y="4540"/>
                  </a:lnTo>
                  <a:lnTo>
                    <a:pt x="1382041" y="9260"/>
                  </a:lnTo>
                  <a:lnTo>
                    <a:pt x="1426922" y="15636"/>
                  </a:lnTo>
                  <a:lnTo>
                    <a:pt x="1471535" y="23659"/>
                  </a:lnTo>
                  <a:lnTo>
                    <a:pt x="1515819" y="33319"/>
                  </a:lnTo>
                  <a:lnTo>
                    <a:pt x="1559723" y="44603"/>
                  </a:lnTo>
                  <a:lnTo>
                    <a:pt x="1603180" y="57495"/>
                  </a:lnTo>
                  <a:lnTo>
                    <a:pt x="1646131" y="71977"/>
                  </a:lnTo>
                  <a:lnTo>
                    <a:pt x="1688524" y="88031"/>
                  </a:lnTo>
                  <a:lnTo>
                    <a:pt x="1730296" y="105634"/>
                  </a:lnTo>
                  <a:lnTo>
                    <a:pt x="1771391" y="124764"/>
                  </a:lnTo>
                  <a:lnTo>
                    <a:pt x="1811753" y="145392"/>
                  </a:lnTo>
                  <a:lnTo>
                    <a:pt x="1851329" y="167491"/>
                  </a:lnTo>
                  <a:lnTo>
                    <a:pt x="1890067" y="191034"/>
                  </a:lnTo>
                  <a:lnTo>
                    <a:pt x="1927911" y="215986"/>
                  </a:lnTo>
                  <a:lnTo>
                    <a:pt x="1964810" y="242313"/>
                  </a:lnTo>
                  <a:lnTo>
                    <a:pt x="2000714" y="269981"/>
                  </a:lnTo>
                  <a:lnTo>
                    <a:pt x="2035577" y="298952"/>
                  </a:lnTo>
                  <a:lnTo>
                    <a:pt x="2069351" y="329187"/>
                  </a:lnTo>
                  <a:lnTo>
                    <a:pt x="2101989" y="360644"/>
                  </a:lnTo>
                  <a:lnTo>
                    <a:pt x="2133444" y="393280"/>
                  </a:lnTo>
                  <a:lnTo>
                    <a:pt x="2163678" y="427053"/>
                  </a:lnTo>
                  <a:lnTo>
                    <a:pt x="2192651" y="461917"/>
                  </a:lnTo>
                  <a:lnTo>
                    <a:pt x="2220318" y="497820"/>
                  </a:lnTo>
                  <a:lnTo>
                    <a:pt x="2246643" y="534720"/>
                  </a:lnTo>
                  <a:lnTo>
                    <a:pt x="2271596" y="572563"/>
                  </a:lnTo>
                  <a:lnTo>
                    <a:pt x="2295138" y="611301"/>
                  </a:lnTo>
                  <a:lnTo>
                    <a:pt x="2317237" y="650878"/>
                  </a:lnTo>
                  <a:lnTo>
                    <a:pt x="2337866" y="691239"/>
                  </a:lnTo>
                  <a:lnTo>
                    <a:pt x="2356997" y="732335"/>
                  </a:lnTo>
                  <a:lnTo>
                    <a:pt x="2374599" y="774107"/>
                  </a:lnTo>
                  <a:lnTo>
                    <a:pt x="2390653" y="816500"/>
                  </a:lnTo>
                  <a:lnTo>
                    <a:pt x="2405135" y="859451"/>
                  </a:lnTo>
                  <a:lnTo>
                    <a:pt x="2418029" y="902907"/>
                  </a:lnTo>
                  <a:lnTo>
                    <a:pt x="2429312" y="946812"/>
                  </a:lnTo>
                  <a:lnTo>
                    <a:pt x="2438970" y="991095"/>
                  </a:lnTo>
                  <a:lnTo>
                    <a:pt x="2446995" y="1035708"/>
                  </a:lnTo>
                  <a:lnTo>
                    <a:pt x="2453370" y="1080590"/>
                  </a:lnTo>
                  <a:lnTo>
                    <a:pt x="2458090" y="1125673"/>
                  </a:lnTo>
                  <a:lnTo>
                    <a:pt x="2461149" y="1170897"/>
                  </a:lnTo>
                  <a:lnTo>
                    <a:pt x="2462539" y="1216205"/>
                  </a:lnTo>
                  <a:lnTo>
                    <a:pt x="2462631" y="1231315"/>
                  </a:lnTo>
                  <a:lnTo>
                    <a:pt x="2462539" y="1246425"/>
                  </a:lnTo>
                  <a:lnTo>
                    <a:pt x="2461149" y="1291734"/>
                  </a:lnTo>
                  <a:lnTo>
                    <a:pt x="2458090" y="1336958"/>
                  </a:lnTo>
                  <a:lnTo>
                    <a:pt x="2453370" y="1382041"/>
                  </a:lnTo>
                  <a:lnTo>
                    <a:pt x="2446995" y="1426922"/>
                  </a:lnTo>
                  <a:lnTo>
                    <a:pt x="2438970" y="1471535"/>
                  </a:lnTo>
                  <a:lnTo>
                    <a:pt x="2429312" y="1515819"/>
                  </a:lnTo>
                  <a:lnTo>
                    <a:pt x="2418029" y="1559723"/>
                  </a:lnTo>
                  <a:lnTo>
                    <a:pt x="2405135" y="1603180"/>
                  </a:lnTo>
                  <a:lnTo>
                    <a:pt x="2390653" y="1646131"/>
                  </a:lnTo>
                  <a:lnTo>
                    <a:pt x="2374601" y="1688524"/>
                  </a:lnTo>
                  <a:lnTo>
                    <a:pt x="2356997" y="1730296"/>
                  </a:lnTo>
                  <a:lnTo>
                    <a:pt x="2337866" y="1771391"/>
                  </a:lnTo>
                  <a:lnTo>
                    <a:pt x="2317237" y="1811753"/>
                  </a:lnTo>
                  <a:lnTo>
                    <a:pt x="2295138" y="1851329"/>
                  </a:lnTo>
                  <a:lnTo>
                    <a:pt x="2271596" y="1890067"/>
                  </a:lnTo>
                  <a:lnTo>
                    <a:pt x="2246643" y="1927911"/>
                  </a:lnTo>
                  <a:lnTo>
                    <a:pt x="2220318" y="1964810"/>
                  </a:lnTo>
                  <a:lnTo>
                    <a:pt x="2192651" y="2000714"/>
                  </a:lnTo>
                  <a:lnTo>
                    <a:pt x="2163678" y="2035577"/>
                  </a:lnTo>
                  <a:lnTo>
                    <a:pt x="2133444" y="2069351"/>
                  </a:lnTo>
                  <a:lnTo>
                    <a:pt x="2101989" y="2101989"/>
                  </a:lnTo>
                  <a:lnTo>
                    <a:pt x="2069351" y="2133444"/>
                  </a:lnTo>
                  <a:lnTo>
                    <a:pt x="2035577" y="2163678"/>
                  </a:lnTo>
                  <a:lnTo>
                    <a:pt x="2000714" y="2192651"/>
                  </a:lnTo>
                  <a:lnTo>
                    <a:pt x="1964810" y="2220318"/>
                  </a:lnTo>
                  <a:lnTo>
                    <a:pt x="1927911" y="2246643"/>
                  </a:lnTo>
                  <a:lnTo>
                    <a:pt x="1890067" y="2271596"/>
                  </a:lnTo>
                  <a:lnTo>
                    <a:pt x="1851329" y="2295138"/>
                  </a:lnTo>
                  <a:lnTo>
                    <a:pt x="1811753" y="2317237"/>
                  </a:lnTo>
                  <a:lnTo>
                    <a:pt x="1771391" y="2337866"/>
                  </a:lnTo>
                  <a:lnTo>
                    <a:pt x="1730296" y="2356997"/>
                  </a:lnTo>
                  <a:lnTo>
                    <a:pt x="1688524" y="2374599"/>
                  </a:lnTo>
                  <a:lnTo>
                    <a:pt x="1646131" y="2390653"/>
                  </a:lnTo>
                  <a:lnTo>
                    <a:pt x="1603180" y="2405135"/>
                  </a:lnTo>
                  <a:lnTo>
                    <a:pt x="1559723" y="2418029"/>
                  </a:lnTo>
                  <a:lnTo>
                    <a:pt x="1515819" y="2429312"/>
                  </a:lnTo>
                  <a:lnTo>
                    <a:pt x="1471535" y="2438970"/>
                  </a:lnTo>
                  <a:lnTo>
                    <a:pt x="1426922" y="2446995"/>
                  </a:lnTo>
                  <a:lnTo>
                    <a:pt x="1382041" y="2453370"/>
                  </a:lnTo>
                  <a:lnTo>
                    <a:pt x="1336958" y="2458090"/>
                  </a:lnTo>
                  <a:lnTo>
                    <a:pt x="1291734" y="2461149"/>
                  </a:lnTo>
                  <a:lnTo>
                    <a:pt x="1246425" y="2462539"/>
                  </a:lnTo>
                  <a:lnTo>
                    <a:pt x="1231315" y="2462631"/>
                  </a:lnTo>
                  <a:close/>
                </a:path>
              </a:pathLst>
            </a:custGeom>
            <a:solidFill>
              <a:srgbClr val="003B6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3" name="Google Shape;533;p18"/>
          <p:cNvSpPr txBox="1"/>
          <p:nvPr>
            <p:ph type="title"/>
          </p:nvPr>
        </p:nvSpPr>
        <p:spPr>
          <a:xfrm>
            <a:off x="4067077" y="157825"/>
            <a:ext cx="35766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500">
            <a:spAutoFit/>
          </a:bodyPr>
          <a:lstStyle/>
          <a:p>
            <a:pPr indent="0" lvl="0" marL="12700" marR="0" rtl="0" algn="l">
              <a:lnSpc>
                <a:spcPct val="118918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2800">
                <a:solidFill>
                  <a:srgbClr val="262626"/>
                </a:solidFill>
              </a:rPr>
              <a:t>Assumption 2</a:t>
            </a:r>
            <a:endParaRPr sz="2800"/>
          </a:p>
        </p:txBody>
      </p:sp>
      <p:sp>
        <p:nvSpPr>
          <p:cNvPr id="534" name="Google Shape;534;p18"/>
          <p:cNvSpPr txBox="1"/>
          <p:nvPr/>
        </p:nvSpPr>
        <p:spPr>
          <a:xfrm>
            <a:off x="3972175" y="694200"/>
            <a:ext cx="5008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-317500" lvl="0" marL="45720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Homoskedastisitas : r</a:t>
            </a:r>
            <a:r>
              <a:rPr b="0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esiduals have a constant variance</a:t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35" name="Google Shape;535;p18"/>
          <p:cNvPicPr preferRelativeResize="0"/>
          <p:nvPr/>
        </p:nvPicPr>
        <p:blipFill rotWithShape="1">
          <a:blip r:embed="rId4">
            <a:alphaModFix/>
          </a:blip>
          <a:srcRect b="0" l="0" r="48914" t="0"/>
          <a:stretch/>
        </p:blipFill>
        <p:spPr>
          <a:xfrm>
            <a:off x="4871800" y="1035375"/>
            <a:ext cx="2901874" cy="183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18"/>
          <p:cNvPicPr preferRelativeResize="0"/>
          <p:nvPr/>
        </p:nvPicPr>
        <p:blipFill rotWithShape="1">
          <a:blip r:embed="rId4">
            <a:alphaModFix/>
          </a:blip>
          <a:srcRect b="0" l="53026" r="0" t="0"/>
          <a:stretch/>
        </p:blipFill>
        <p:spPr>
          <a:xfrm>
            <a:off x="4855500" y="3175700"/>
            <a:ext cx="2716674" cy="186437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8"/>
          <p:cNvSpPr/>
          <p:nvPr/>
        </p:nvSpPr>
        <p:spPr>
          <a:xfrm>
            <a:off x="4926025" y="972000"/>
            <a:ext cx="2961600" cy="18945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8" name="Google Shape;538;p18"/>
          <p:cNvCxnSpPr/>
          <p:nvPr/>
        </p:nvCxnSpPr>
        <p:spPr>
          <a:xfrm>
            <a:off x="5434525" y="1248225"/>
            <a:ext cx="20787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9" name="Google Shape;539;p18"/>
          <p:cNvCxnSpPr/>
          <p:nvPr/>
        </p:nvCxnSpPr>
        <p:spPr>
          <a:xfrm>
            <a:off x="5434525" y="2408992"/>
            <a:ext cx="20787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0" name="Google Shape;540;p18"/>
          <p:cNvCxnSpPr/>
          <p:nvPr/>
        </p:nvCxnSpPr>
        <p:spPr>
          <a:xfrm flipH="1" rot="10800000">
            <a:off x="5434525" y="3347392"/>
            <a:ext cx="2105400" cy="585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1" name="Google Shape;541;p18"/>
          <p:cNvCxnSpPr/>
          <p:nvPr/>
        </p:nvCxnSpPr>
        <p:spPr>
          <a:xfrm>
            <a:off x="5434525" y="4161592"/>
            <a:ext cx="2087700" cy="545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2" name="Google Shape;542;p18"/>
          <p:cNvSpPr txBox="1"/>
          <p:nvPr/>
        </p:nvSpPr>
        <p:spPr>
          <a:xfrm>
            <a:off x="4048375" y="2904000"/>
            <a:ext cx="5008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-317500" lvl="0" marL="45720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Char char="●"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Heteroskedastisitas</a:t>
            </a: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 : </a:t>
            </a: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Residual variance is not constant</a:t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9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8" name="Google Shape;548;p19"/>
          <p:cNvGrpSpPr/>
          <p:nvPr/>
        </p:nvGrpSpPr>
        <p:grpSpPr>
          <a:xfrm>
            <a:off x="0" y="0"/>
            <a:ext cx="3576638" cy="5143510"/>
            <a:chOff x="0" y="0"/>
            <a:chExt cx="7153275" cy="10287019"/>
          </a:xfrm>
        </p:grpSpPr>
        <p:sp>
          <p:nvSpPr>
            <p:cNvPr id="549" name="Google Shape;549;p19"/>
            <p:cNvSpPr/>
            <p:nvPr/>
          </p:nvSpPr>
          <p:spPr>
            <a:xfrm>
              <a:off x="0" y="0"/>
              <a:ext cx="7153275" cy="10287000"/>
            </a:xfrm>
            <a:custGeom>
              <a:rect b="b" l="l" r="r" t="t"/>
              <a:pathLst>
                <a:path extrusionOk="0" h="10287000" w="7153275">
                  <a:moveTo>
                    <a:pt x="715327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7153275" y="0"/>
                  </a:lnTo>
                  <a:lnTo>
                    <a:pt x="7153275" y="10287000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9"/>
            <p:cNvSpPr/>
            <p:nvPr/>
          </p:nvSpPr>
          <p:spPr>
            <a:xfrm>
              <a:off x="0" y="7698760"/>
              <a:ext cx="2552700" cy="2588259"/>
            </a:xfrm>
            <a:custGeom>
              <a:rect b="b" l="l" r="r" t="t"/>
              <a:pathLst>
                <a:path extrusionOk="0" h="2588259" w="2552700">
                  <a:moveTo>
                    <a:pt x="0" y="0"/>
                  </a:moveTo>
                  <a:lnTo>
                    <a:pt x="2552700" y="0"/>
                  </a:lnTo>
                  <a:lnTo>
                    <a:pt x="2552700" y="2588239"/>
                  </a:lnTo>
                  <a:lnTo>
                    <a:pt x="0" y="2588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9"/>
            <p:cNvSpPr/>
            <p:nvPr/>
          </p:nvSpPr>
          <p:spPr>
            <a:xfrm>
              <a:off x="3519251" y="1415372"/>
              <a:ext cx="2463165" cy="2463165"/>
            </a:xfrm>
            <a:custGeom>
              <a:rect b="b" l="l" r="r" t="t"/>
              <a:pathLst>
                <a:path extrusionOk="0" h="2463165" w="2463165">
                  <a:moveTo>
                    <a:pt x="1231315" y="2462631"/>
                  </a:moveTo>
                  <a:lnTo>
                    <a:pt x="1185996" y="2461798"/>
                  </a:lnTo>
                  <a:lnTo>
                    <a:pt x="1140734" y="2459294"/>
                  </a:lnTo>
                  <a:lnTo>
                    <a:pt x="1095597" y="2455128"/>
                  </a:lnTo>
                  <a:lnTo>
                    <a:pt x="1050642" y="2449303"/>
                  </a:lnTo>
                  <a:lnTo>
                    <a:pt x="1005935" y="2441827"/>
                  </a:lnTo>
                  <a:lnTo>
                    <a:pt x="961533" y="2432713"/>
                  </a:lnTo>
                  <a:lnTo>
                    <a:pt x="917494" y="2421970"/>
                  </a:lnTo>
                  <a:lnTo>
                    <a:pt x="873884" y="2409611"/>
                  </a:lnTo>
                  <a:lnTo>
                    <a:pt x="830758" y="2395656"/>
                  </a:lnTo>
                  <a:lnTo>
                    <a:pt x="788170" y="2380126"/>
                  </a:lnTo>
                  <a:lnTo>
                    <a:pt x="746185" y="2363035"/>
                  </a:lnTo>
                  <a:lnTo>
                    <a:pt x="704859" y="2344410"/>
                  </a:lnTo>
                  <a:lnTo>
                    <a:pt x="664248" y="2324280"/>
                  </a:lnTo>
                  <a:lnTo>
                    <a:pt x="624402" y="2302667"/>
                  </a:lnTo>
                  <a:lnTo>
                    <a:pt x="585378" y="2279602"/>
                  </a:lnTo>
                  <a:lnTo>
                    <a:pt x="547231" y="2255115"/>
                  </a:lnTo>
                  <a:lnTo>
                    <a:pt x="510013" y="2229244"/>
                  </a:lnTo>
                  <a:lnTo>
                    <a:pt x="473771" y="2202019"/>
                  </a:lnTo>
                  <a:lnTo>
                    <a:pt x="438554" y="2173478"/>
                  </a:lnTo>
                  <a:lnTo>
                    <a:pt x="404414" y="2143661"/>
                  </a:lnTo>
                  <a:lnTo>
                    <a:pt x="371394" y="2112608"/>
                  </a:lnTo>
                  <a:lnTo>
                    <a:pt x="339538" y="2080358"/>
                  </a:lnTo>
                  <a:lnTo>
                    <a:pt x="308891" y="2046958"/>
                  </a:lnTo>
                  <a:lnTo>
                    <a:pt x="279495" y="2012452"/>
                  </a:lnTo>
                  <a:lnTo>
                    <a:pt x="251389" y="1976892"/>
                  </a:lnTo>
                  <a:lnTo>
                    <a:pt x="224610" y="1940317"/>
                  </a:lnTo>
                  <a:lnTo>
                    <a:pt x="199195" y="1902783"/>
                  </a:lnTo>
                  <a:lnTo>
                    <a:pt x="175180" y="1864340"/>
                  </a:lnTo>
                  <a:lnTo>
                    <a:pt x="152597" y="1825035"/>
                  </a:lnTo>
                  <a:lnTo>
                    <a:pt x="131474" y="1784928"/>
                  </a:lnTo>
                  <a:lnTo>
                    <a:pt x="111842" y="1744071"/>
                  </a:lnTo>
                  <a:lnTo>
                    <a:pt x="93728" y="1702520"/>
                  </a:lnTo>
                  <a:lnTo>
                    <a:pt x="77155" y="1660330"/>
                  </a:lnTo>
                  <a:lnTo>
                    <a:pt x="62146" y="1617555"/>
                  </a:lnTo>
                  <a:lnTo>
                    <a:pt x="48722" y="1574260"/>
                  </a:lnTo>
                  <a:lnTo>
                    <a:pt x="36901" y="1530500"/>
                  </a:lnTo>
                  <a:lnTo>
                    <a:pt x="26698" y="1486336"/>
                  </a:lnTo>
                  <a:lnTo>
                    <a:pt x="18127" y="1441825"/>
                  </a:lnTo>
                  <a:lnTo>
                    <a:pt x="11201" y="1397025"/>
                  </a:lnTo>
                  <a:lnTo>
                    <a:pt x="5929" y="1352004"/>
                  </a:lnTo>
                  <a:lnTo>
                    <a:pt x="2317" y="1306821"/>
                  </a:lnTo>
                  <a:lnTo>
                    <a:pt x="370" y="1261532"/>
                  </a:lnTo>
                  <a:lnTo>
                    <a:pt x="0" y="1231315"/>
                  </a:lnTo>
                  <a:lnTo>
                    <a:pt x="92" y="1216205"/>
                  </a:lnTo>
                  <a:lnTo>
                    <a:pt x="1483" y="1170897"/>
                  </a:lnTo>
                  <a:lnTo>
                    <a:pt x="4540" y="1125673"/>
                  </a:lnTo>
                  <a:lnTo>
                    <a:pt x="9260" y="1080590"/>
                  </a:lnTo>
                  <a:lnTo>
                    <a:pt x="15636" y="1035708"/>
                  </a:lnTo>
                  <a:lnTo>
                    <a:pt x="23659" y="991095"/>
                  </a:lnTo>
                  <a:lnTo>
                    <a:pt x="33319" y="946812"/>
                  </a:lnTo>
                  <a:lnTo>
                    <a:pt x="44603" y="902907"/>
                  </a:lnTo>
                  <a:lnTo>
                    <a:pt x="57495" y="859451"/>
                  </a:lnTo>
                  <a:lnTo>
                    <a:pt x="71977" y="816500"/>
                  </a:lnTo>
                  <a:lnTo>
                    <a:pt x="88031" y="774107"/>
                  </a:lnTo>
                  <a:lnTo>
                    <a:pt x="105634" y="732335"/>
                  </a:lnTo>
                  <a:lnTo>
                    <a:pt x="124764" y="691239"/>
                  </a:lnTo>
                  <a:lnTo>
                    <a:pt x="145392" y="650878"/>
                  </a:lnTo>
                  <a:lnTo>
                    <a:pt x="167491" y="611301"/>
                  </a:lnTo>
                  <a:lnTo>
                    <a:pt x="191034" y="572563"/>
                  </a:lnTo>
                  <a:lnTo>
                    <a:pt x="215986" y="534720"/>
                  </a:lnTo>
                  <a:lnTo>
                    <a:pt x="242313" y="497820"/>
                  </a:lnTo>
                  <a:lnTo>
                    <a:pt x="269981" y="461917"/>
                  </a:lnTo>
                  <a:lnTo>
                    <a:pt x="298952" y="427053"/>
                  </a:lnTo>
                  <a:lnTo>
                    <a:pt x="329187" y="393280"/>
                  </a:lnTo>
                  <a:lnTo>
                    <a:pt x="360644" y="360644"/>
                  </a:lnTo>
                  <a:lnTo>
                    <a:pt x="393280" y="329187"/>
                  </a:lnTo>
                  <a:lnTo>
                    <a:pt x="427053" y="298952"/>
                  </a:lnTo>
                  <a:lnTo>
                    <a:pt x="461917" y="269981"/>
                  </a:lnTo>
                  <a:lnTo>
                    <a:pt x="497820" y="242313"/>
                  </a:lnTo>
                  <a:lnTo>
                    <a:pt x="534720" y="215986"/>
                  </a:lnTo>
                  <a:lnTo>
                    <a:pt x="572563" y="191034"/>
                  </a:lnTo>
                  <a:lnTo>
                    <a:pt x="611301" y="167491"/>
                  </a:lnTo>
                  <a:lnTo>
                    <a:pt x="650878" y="145392"/>
                  </a:lnTo>
                  <a:lnTo>
                    <a:pt x="691239" y="124764"/>
                  </a:lnTo>
                  <a:lnTo>
                    <a:pt x="732335" y="105634"/>
                  </a:lnTo>
                  <a:lnTo>
                    <a:pt x="774107" y="88031"/>
                  </a:lnTo>
                  <a:lnTo>
                    <a:pt x="816500" y="71977"/>
                  </a:lnTo>
                  <a:lnTo>
                    <a:pt x="859451" y="57495"/>
                  </a:lnTo>
                  <a:lnTo>
                    <a:pt x="902907" y="44603"/>
                  </a:lnTo>
                  <a:lnTo>
                    <a:pt x="946812" y="33319"/>
                  </a:lnTo>
                  <a:lnTo>
                    <a:pt x="991095" y="23659"/>
                  </a:lnTo>
                  <a:lnTo>
                    <a:pt x="1035708" y="15636"/>
                  </a:lnTo>
                  <a:lnTo>
                    <a:pt x="1080590" y="9260"/>
                  </a:lnTo>
                  <a:lnTo>
                    <a:pt x="1125673" y="4540"/>
                  </a:lnTo>
                  <a:lnTo>
                    <a:pt x="1170897" y="1483"/>
                  </a:lnTo>
                  <a:lnTo>
                    <a:pt x="1216205" y="92"/>
                  </a:lnTo>
                  <a:lnTo>
                    <a:pt x="1231315" y="0"/>
                  </a:lnTo>
                  <a:lnTo>
                    <a:pt x="1246425" y="92"/>
                  </a:lnTo>
                  <a:lnTo>
                    <a:pt x="1291734" y="1483"/>
                  </a:lnTo>
                  <a:lnTo>
                    <a:pt x="1336958" y="4540"/>
                  </a:lnTo>
                  <a:lnTo>
                    <a:pt x="1382041" y="9260"/>
                  </a:lnTo>
                  <a:lnTo>
                    <a:pt x="1426922" y="15636"/>
                  </a:lnTo>
                  <a:lnTo>
                    <a:pt x="1471535" y="23659"/>
                  </a:lnTo>
                  <a:lnTo>
                    <a:pt x="1515819" y="33319"/>
                  </a:lnTo>
                  <a:lnTo>
                    <a:pt x="1559723" y="44603"/>
                  </a:lnTo>
                  <a:lnTo>
                    <a:pt x="1603180" y="57495"/>
                  </a:lnTo>
                  <a:lnTo>
                    <a:pt x="1646131" y="71977"/>
                  </a:lnTo>
                  <a:lnTo>
                    <a:pt x="1688524" y="88031"/>
                  </a:lnTo>
                  <a:lnTo>
                    <a:pt x="1730296" y="105634"/>
                  </a:lnTo>
                  <a:lnTo>
                    <a:pt x="1771391" y="124764"/>
                  </a:lnTo>
                  <a:lnTo>
                    <a:pt x="1811753" y="145392"/>
                  </a:lnTo>
                  <a:lnTo>
                    <a:pt x="1851329" y="167491"/>
                  </a:lnTo>
                  <a:lnTo>
                    <a:pt x="1890067" y="191034"/>
                  </a:lnTo>
                  <a:lnTo>
                    <a:pt x="1927911" y="215986"/>
                  </a:lnTo>
                  <a:lnTo>
                    <a:pt x="1964810" y="242313"/>
                  </a:lnTo>
                  <a:lnTo>
                    <a:pt x="2000714" y="269981"/>
                  </a:lnTo>
                  <a:lnTo>
                    <a:pt x="2035577" y="298952"/>
                  </a:lnTo>
                  <a:lnTo>
                    <a:pt x="2069351" y="329187"/>
                  </a:lnTo>
                  <a:lnTo>
                    <a:pt x="2101989" y="360644"/>
                  </a:lnTo>
                  <a:lnTo>
                    <a:pt x="2133444" y="393280"/>
                  </a:lnTo>
                  <a:lnTo>
                    <a:pt x="2163678" y="427053"/>
                  </a:lnTo>
                  <a:lnTo>
                    <a:pt x="2192651" y="461917"/>
                  </a:lnTo>
                  <a:lnTo>
                    <a:pt x="2220318" y="497820"/>
                  </a:lnTo>
                  <a:lnTo>
                    <a:pt x="2246643" y="534720"/>
                  </a:lnTo>
                  <a:lnTo>
                    <a:pt x="2271596" y="572563"/>
                  </a:lnTo>
                  <a:lnTo>
                    <a:pt x="2295138" y="611301"/>
                  </a:lnTo>
                  <a:lnTo>
                    <a:pt x="2317237" y="650878"/>
                  </a:lnTo>
                  <a:lnTo>
                    <a:pt x="2337866" y="691239"/>
                  </a:lnTo>
                  <a:lnTo>
                    <a:pt x="2356997" y="732335"/>
                  </a:lnTo>
                  <a:lnTo>
                    <a:pt x="2374599" y="774107"/>
                  </a:lnTo>
                  <a:lnTo>
                    <a:pt x="2390653" y="816500"/>
                  </a:lnTo>
                  <a:lnTo>
                    <a:pt x="2405135" y="859451"/>
                  </a:lnTo>
                  <a:lnTo>
                    <a:pt x="2418029" y="902907"/>
                  </a:lnTo>
                  <a:lnTo>
                    <a:pt x="2429312" y="946812"/>
                  </a:lnTo>
                  <a:lnTo>
                    <a:pt x="2438970" y="991095"/>
                  </a:lnTo>
                  <a:lnTo>
                    <a:pt x="2446995" y="1035708"/>
                  </a:lnTo>
                  <a:lnTo>
                    <a:pt x="2453370" y="1080590"/>
                  </a:lnTo>
                  <a:lnTo>
                    <a:pt x="2458090" y="1125673"/>
                  </a:lnTo>
                  <a:lnTo>
                    <a:pt x="2461149" y="1170897"/>
                  </a:lnTo>
                  <a:lnTo>
                    <a:pt x="2462539" y="1216205"/>
                  </a:lnTo>
                  <a:lnTo>
                    <a:pt x="2462631" y="1231315"/>
                  </a:lnTo>
                  <a:lnTo>
                    <a:pt x="2462539" y="1246425"/>
                  </a:lnTo>
                  <a:lnTo>
                    <a:pt x="2461149" y="1291734"/>
                  </a:lnTo>
                  <a:lnTo>
                    <a:pt x="2458090" y="1336958"/>
                  </a:lnTo>
                  <a:lnTo>
                    <a:pt x="2453370" y="1382041"/>
                  </a:lnTo>
                  <a:lnTo>
                    <a:pt x="2446995" y="1426922"/>
                  </a:lnTo>
                  <a:lnTo>
                    <a:pt x="2438970" y="1471535"/>
                  </a:lnTo>
                  <a:lnTo>
                    <a:pt x="2429312" y="1515819"/>
                  </a:lnTo>
                  <a:lnTo>
                    <a:pt x="2418029" y="1559723"/>
                  </a:lnTo>
                  <a:lnTo>
                    <a:pt x="2405135" y="1603180"/>
                  </a:lnTo>
                  <a:lnTo>
                    <a:pt x="2390653" y="1646131"/>
                  </a:lnTo>
                  <a:lnTo>
                    <a:pt x="2374601" y="1688524"/>
                  </a:lnTo>
                  <a:lnTo>
                    <a:pt x="2356997" y="1730296"/>
                  </a:lnTo>
                  <a:lnTo>
                    <a:pt x="2337866" y="1771391"/>
                  </a:lnTo>
                  <a:lnTo>
                    <a:pt x="2317237" y="1811753"/>
                  </a:lnTo>
                  <a:lnTo>
                    <a:pt x="2295138" y="1851329"/>
                  </a:lnTo>
                  <a:lnTo>
                    <a:pt x="2271596" y="1890067"/>
                  </a:lnTo>
                  <a:lnTo>
                    <a:pt x="2246643" y="1927911"/>
                  </a:lnTo>
                  <a:lnTo>
                    <a:pt x="2220318" y="1964810"/>
                  </a:lnTo>
                  <a:lnTo>
                    <a:pt x="2192651" y="2000714"/>
                  </a:lnTo>
                  <a:lnTo>
                    <a:pt x="2163678" y="2035577"/>
                  </a:lnTo>
                  <a:lnTo>
                    <a:pt x="2133444" y="2069351"/>
                  </a:lnTo>
                  <a:lnTo>
                    <a:pt x="2101989" y="2101989"/>
                  </a:lnTo>
                  <a:lnTo>
                    <a:pt x="2069351" y="2133444"/>
                  </a:lnTo>
                  <a:lnTo>
                    <a:pt x="2035577" y="2163678"/>
                  </a:lnTo>
                  <a:lnTo>
                    <a:pt x="2000714" y="2192651"/>
                  </a:lnTo>
                  <a:lnTo>
                    <a:pt x="1964810" y="2220318"/>
                  </a:lnTo>
                  <a:lnTo>
                    <a:pt x="1927911" y="2246643"/>
                  </a:lnTo>
                  <a:lnTo>
                    <a:pt x="1890067" y="2271596"/>
                  </a:lnTo>
                  <a:lnTo>
                    <a:pt x="1851329" y="2295138"/>
                  </a:lnTo>
                  <a:lnTo>
                    <a:pt x="1811753" y="2317237"/>
                  </a:lnTo>
                  <a:lnTo>
                    <a:pt x="1771391" y="2337866"/>
                  </a:lnTo>
                  <a:lnTo>
                    <a:pt x="1730296" y="2356997"/>
                  </a:lnTo>
                  <a:lnTo>
                    <a:pt x="1688524" y="2374599"/>
                  </a:lnTo>
                  <a:lnTo>
                    <a:pt x="1646131" y="2390653"/>
                  </a:lnTo>
                  <a:lnTo>
                    <a:pt x="1603180" y="2405135"/>
                  </a:lnTo>
                  <a:lnTo>
                    <a:pt x="1559723" y="2418029"/>
                  </a:lnTo>
                  <a:lnTo>
                    <a:pt x="1515819" y="2429312"/>
                  </a:lnTo>
                  <a:lnTo>
                    <a:pt x="1471535" y="2438970"/>
                  </a:lnTo>
                  <a:lnTo>
                    <a:pt x="1426922" y="2446995"/>
                  </a:lnTo>
                  <a:lnTo>
                    <a:pt x="1382041" y="2453370"/>
                  </a:lnTo>
                  <a:lnTo>
                    <a:pt x="1336958" y="2458090"/>
                  </a:lnTo>
                  <a:lnTo>
                    <a:pt x="1291734" y="2461149"/>
                  </a:lnTo>
                  <a:lnTo>
                    <a:pt x="1246425" y="2462539"/>
                  </a:lnTo>
                  <a:lnTo>
                    <a:pt x="1231315" y="2462631"/>
                  </a:lnTo>
                  <a:close/>
                </a:path>
              </a:pathLst>
            </a:custGeom>
            <a:solidFill>
              <a:srgbClr val="003B6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2" name="Google Shape;552;p19"/>
          <p:cNvSpPr txBox="1"/>
          <p:nvPr>
            <p:ph type="title"/>
          </p:nvPr>
        </p:nvSpPr>
        <p:spPr>
          <a:xfrm>
            <a:off x="4067077" y="310225"/>
            <a:ext cx="35766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500">
            <a:spAutoFit/>
          </a:bodyPr>
          <a:lstStyle/>
          <a:p>
            <a:pPr indent="0" lvl="0" marL="12700" marR="0" rtl="0" algn="l">
              <a:lnSpc>
                <a:spcPct val="118918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2800">
                <a:solidFill>
                  <a:srgbClr val="262626"/>
                </a:solidFill>
              </a:rPr>
              <a:t>Assumption 3</a:t>
            </a:r>
            <a:endParaRPr sz="2800"/>
          </a:p>
        </p:txBody>
      </p:sp>
      <p:sp>
        <p:nvSpPr>
          <p:cNvPr id="553" name="Google Shape;553;p19"/>
          <p:cNvSpPr txBox="1"/>
          <p:nvPr/>
        </p:nvSpPr>
        <p:spPr>
          <a:xfrm>
            <a:off x="3972177" y="999000"/>
            <a:ext cx="4809300" cy="9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-317500" lvl="0" marL="45720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Char char="●"/>
            </a:pPr>
            <a:r>
              <a:rPr b="0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Uncorrelated residuals between different observations</a:t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●"/>
            </a:pPr>
            <a:r>
              <a:rPr b="0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This is equivalent with independent observations</a:t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●"/>
            </a:pPr>
            <a:r>
              <a:rPr b="0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Satisfied if neighboring residuals look </a:t>
            </a:r>
            <a:r>
              <a:rPr b="1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random</a:t>
            </a:r>
            <a:endParaRPr b="1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54" name="Google Shape;554;p19"/>
          <p:cNvPicPr preferRelativeResize="0"/>
          <p:nvPr/>
        </p:nvPicPr>
        <p:blipFill rotWithShape="1">
          <a:blip r:embed="rId4">
            <a:alphaModFix/>
          </a:blip>
          <a:srcRect b="69514" l="0" r="0" t="0"/>
          <a:stretch/>
        </p:blipFill>
        <p:spPr>
          <a:xfrm>
            <a:off x="4007675" y="2170800"/>
            <a:ext cx="4738300" cy="124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19"/>
          <p:cNvPicPr preferRelativeResize="0"/>
          <p:nvPr/>
        </p:nvPicPr>
        <p:blipFill rotWithShape="1">
          <a:blip r:embed="rId4">
            <a:alphaModFix/>
          </a:blip>
          <a:srcRect b="0" l="0" r="0" t="63865"/>
          <a:stretch/>
        </p:blipFill>
        <p:spPr>
          <a:xfrm>
            <a:off x="3972175" y="3506075"/>
            <a:ext cx="4738300" cy="1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19"/>
          <p:cNvSpPr/>
          <p:nvPr/>
        </p:nvSpPr>
        <p:spPr>
          <a:xfrm>
            <a:off x="4011625" y="2191200"/>
            <a:ext cx="4698900" cy="13149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7" name="Google Shape;557;p19"/>
          <p:cNvCxnSpPr/>
          <p:nvPr/>
        </p:nvCxnSpPr>
        <p:spPr>
          <a:xfrm flipH="1" rot="10800000">
            <a:off x="4489800" y="3842020"/>
            <a:ext cx="811200" cy="405900"/>
          </a:xfrm>
          <a:prstGeom prst="straightConnector1">
            <a:avLst/>
          </a:prstGeom>
          <a:noFill/>
          <a:ln cap="flat" cmpd="sng" w="19050">
            <a:solidFill>
              <a:srgbClr val="EA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58" name="Google Shape;558;p19"/>
          <p:cNvCxnSpPr/>
          <p:nvPr/>
        </p:nvCxnSpPr>
        <p:spPr>
          <a:xfrm>
            <a:off x="5301000" y="3822270"/>
            <a:ext cx="440700" cy="639000"/>
          </a:xfrm>
          <a:prstGeom prst="straightConnector1">
            <a:avLst/>
          </a:prstGeom>
          <a:noFill/>
          <a:ln cap="flat" cmpd="sng" w="19050">
            <a:solidFill>
              <a:srgbClr val="EA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59" name="Google Shape;559;p19"/>
          <p:cNvCxnSpPr/>
          <p:nvPr/>
        </p:nvCxnSpPr>
        <p:spPr>
          <a:xfrm flipH="1" rot="10800000">
            <a:off x="5741825" y="3842025"/>
            <a:ext cx="273000" cy="556200"/>
          </a:xfrm>
          <a:prstGeom prst="straightConnector1">
            <a:avLst/>
          </a:prstGeom>
          <a:noFill/>
          <a:ln cap="flat" cmpd="sng" w="19050">
            <a:solidFill>
              <a:srgbClr val="EA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0" name="Google Shape;560;p19"/>
          <p:cNvCxnSpPr/>
          <p:nvPr/>
        </p:nvCxnSpPr>
        <p:spPr>
          <a:xfrm>
            <a:off x="6067225" y="3894369"/>
            <a:ext cx="1532700" cy="472500"/>
          </a:xfrm>
          <a:prstGeom prst="straightConnector1">
            <a:avLst/>
          </a:prstGeom>
          <a:noFill/>
          <a:ln cap="flat" cmpd="sng" w="19050">
            <a:solidFill>
              <a:srgbClr val="EA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1" name="Google Shape;561;p19"/>
          <p:cNvCxnSpPr/>
          <p:nvPr/>
        </p:nvCxnSpPr>
        <p:spPr>
          <a:xfrm flipH="1" rot="10800000">
            <a:off x="7542250" y="3820875"/>
            <a:ext cx="173100" cy="502200"/>
          </a:xfrm>
          <a:prstGeom prst="straightConnector1">
            <a:avLst/>
          </a:prstGeom>
          <a:noFill/>
          <a:ln cap="flat" cmpd="sng" w="19050">
            <a:solidFill>
              <a:srgbClr val="EA999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2" name="Google Shape;562;p19"/>
          <p:cNvCxnSpPr/>
          <p:nvPr/>
        </p:nvCxnSpPr>
        <p:spPr>
          <a:xfrm>
            <a:off x="7978500" y="3752470"/>
            <a:ext cx="440100" cy="425400"/>
          </a:xfrm>
          <a:prstGeom prst="straightConnector1">
            <a:avLst/>
          </a:prstGeom>
          <a:noFill/>
          <a:ln cap="flat" cmpd="sng" w="19050">
            <a:solidFill>
              <a:srgbClr val="EA9999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0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8" name="Google Shape;568;p20"/>
          <p:cNvGrpSpPr/>
          <p:nvPr/>
        </p:nvGrpSpPr>
        <p:grpSpPr>
          <a:xfrm>
            <a:off x="0" y="0"/>
            <a:ext cx="3576638" cy="5143510"/>
            <a:chOff x="0" y="0"/>
            <a:chExt cx="7153275" cy="10287019"/>
          </a:xfrm>
        </p:grpSpPr>
        <p:sp>
          <p:nvSpPr>
            <p:cNvPr id="569" name="Google Shape;569;p20"/>
            <p:cNvSpPr/>
            <p:nvPr/>
          </p:nvSpPr>
          <p:spPr>
            <a:xfrm>
              <a:off x="0" y="0"/>
              <a:ext cx="7153275" cy="10287000"/>
            </a:xfrm>
            <a:custGeom>
              <a:rect b="b" l="l" r="r" t="t"/>
              <a:pathLst>
                <a:path extrusionOk="0" h="10287000" w="7153275">
                  <a:moveTo>
                    <a:pt x="715327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7153275" y="0"/>
                  </a:lnTo>
                  <a:lnTo>
                    <a:pt x="7153275" y="10287000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20"/>
            <p:cNvSpPr/>
            <p:nvPr/>
          </p:nvSpPr>
          <p:spPr>
            <a:xfrm>
              <a:off x="0" y="7698760"/>
              <a:ext cx="2552700" cy="2588259"/>
            </a:xfrm>
            <a:custGeom>
              <a:rect b="b" l="l" r="r" t="t"/>
              <a:pathLst>
                <a:path extrusionOk="0" h="2588259" w="2552700">
                  <a:moveTo>
                    <a:pt x="0" y="0"/>
                  </a:moveTo>
                  <a:lnTo>
                    <a:pt x="2552700" y="0"/>
                  </a:lnTo>
                  <a:lnTo>
                    <a:pt x="2552700" y="2588239"/>
                  </a:lnTo>
                  <a:lnTo>
                    <a:pt x="0" y="2588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20"/>
            <p:cNvSpPr/>
            <p:nvPr/>
          </p:nvSpPr>
          <p:spPr>
            <a:xfrm>
              <a:off x="3519251" y="1415372"/>
              <a:ext cx="2463165" cy="2463165"/>
            </a:xfrm>
            <a:custGeom>
              <a:rect b="b" l="l" r="r" t="t"/>
              <a:pathLst>
                <a:path extrusionOk="0" h="2463165" w="2463165">
                  <a:moveTo>
                    <a:pt x="1231315" y="2462631"/>
                  </a:moveTo>
                  <a:lnTo>
                    <a:pt x="1185996" y="2461798"/>
                  </a:lnTo>
                  <a:lnTo>
                    <a:pt x="1140734" y="2459294"/>
                  </a:lnTo>
                  <a:lnTo>
                    <a:pt x="1095597" y="2455128"/>
                  </a:lnTo>
                  <a:lnTo>
                    <a:pt x="1050642" y="2449303"/>
                  </a:lnTo>
                  <a:lnTo>
                    <a:pt x="1005935" y="2441827"/>
                  </a:lnTo>
                  <a:lnTo>
                    <a:pt x="961533" y="2432713"/>
                  </a:lnTo>
                  <a:lnTo>
                    <a:pt x="917494" y="2421970"/>
                  </a:lnTo>
                  <a:lnTo>
                    <a:pt x="873884" y="2409611"/>
                  </a:lnTo>
                  <a:lnTo>
                    <a:pt x="830758" y="2395656"/>
                  </a:lnTo>
                  <a:lnTo>
                    <a:pt x="788170" y="2380126"/>
                  </a:lnTo>
                  <a:lnTo>
                    <a:pt x="746185" y="2363035"/>
                  </a:lnTo>
                  <a:lnTo>
                    <a:pt x="704859" y="2344410"/>
                  </a:lnTo>
                  <a:lnTo>
                    <a:pt x="664248" y="2324280"/>
                  </a:lnTo>
                  <a:lnTo>
                    <a:pt x="624402" y="2302667"/>
                  </a:lnTo>
                  <a:lnTo>
                    <a:pt x="585378" y="2279602"/>
                  </a:lnTo>
                  <a:lnTo>
                    <a:pt x="547231" y="2255115"/>
                  </a:lnTo>
                  <a:lnTo>
                    <a:pt x="510013" y="2229244"/>
                  </a:lnTo>
                  <a:lnTo>
                    <a:pt x="473771" y="2202019"/>
                  </a:lnTo>
                  <a:lnTo>
                    <a:pt x="438554" y="2173478"/>
                  </a:lnTo>
                  <a:lnTo>
                    <a:pt x="404414" y="2143661"/>
                  </a:lnTo>
                  <a:lnTo>
                    <a:pt x="371394" y="2112608"/>
                  </a:lnTo>
                  <a:lnTo>
                    <a:pt x="339538" y="2080358"/>
                  </a:lnTo>
                  <a:lnTo>
                    <a:pt x="308891" y="2046958"/>
                  </a:lnTo>
                  <a:lnTo>
                    <a:pt x="279495" y="2012452"/>
                  </a:lnTo>
                  <a:lnTo>
                    <a:pt x="251389" y="1976892"/>
                  </a:lnTo>
                  <a:lnTo>
                    <a:pt x="224610" y="1940317"/>
                  </a:lnTo>
                  <a:lnTo>
                    <a:pt x="199195" y="1902783"/>
                  </a:lnTo>
                  <a:lnTo>
                    <a:pt x="175180" y="1864340"/>
                  </a:lnTo>
                  <a:lnTo>
                    <a:pt x="152597" y="1825035"/>
                  </a:lnTo>
                  <a:lnTo>
                    <a:pt x="131474" y="1784928"/>
                  </a:lnTo>
                  <a:lnTo>
                    <a:pt x="111842" y="1744071"/>
                  </a:lnTo>
                  <a:lnTo>
                    <a:pt x="93728" y="1702520"/>
                  </a:lnTo>
                  <a:lnTo>
                    <a:pt x="77155" y="1660330"/>
                  </a:lnTo>
                  <a:lnTo>
                    <a:pt x="62146" y="1617555"/>
                  </a:lnTo>
                  <a:lnTo>
                    <a:pt x="48722" y="1574260"/>
                  </a:lnTo>
                  <a:lnTo>
                    <a:pt x="36901" y="1530500"/>
                  </a:lnTo>
                  <a:lnTo>
                    <a:pt x="26698" y="1486336"/>
                  </a:lnTo>
                  <a:lnTo>
                    <a:pt x="18127" y="1441825"/>
                  </a:lnTo>
                  <a:lnTo>
                    <a:pt x="11201" y="1397025"/>
                  </a:lnTo>
                  <a:lnTo>
                    <a:pt x="5929" y="1352004"/>
                  </a:lnTo>
                  <a:lnTo>
                    <a:pt x="2317" y="1306821"/>
                  </a:lnTo>
                  <a:lnTo>
                    <a:pt x="370" y="1261532"/>
                  </a:lnTo>
                  <a:lnTo>
                    <a:pt x="0" y="1231315"/>
                  </a:lnTo>
                  <a:lnTo>
                    <a:pt x="92" y="1216205"/>
                  </a:lnTo>
                  <a:lnTo>
                    <a:pt x="1483" y="1170897"/>
                  </a:lnTo>
                  <a:lnTo>
                    <a:pt x="4540" y="1125673"/>
                  </a:lnTo>
                  <a:lnTo>
                    <a:pt x="9260" y="1080590"/>
                  </a:lnTo>
                  <a:lnTo>
                    <a:pt x="15636" y="1035708"/>
                  </a:lnTo>
                  <a:lnTo>
                    <a:pt x="23659" y="991095"/>
                  </a:lnTo>
                  <a:lnTo>
                    <a:pt x="33319" y="946812"/>
                  </a:lnTo>
                  <a:lnTo>
                    <a:pt x="44603" y="902907"/>
                  </a:lnTo>
                  <a:lnTo>
                    <a:pt x="57495" y="859451"/>
                  </a:lnTo>
                  <a:lnTo>
                    <a:pt x="71977" y="816500"/>
                  </a:lnTo>
                  <a:lnTo>
                    <a:pt x="88031" y="774107"/>
                  </a:lnTo>
                  <a:lnTo>
                    <a:pt x="105634" y="732335"/>
                  </a:lnTo>
                  <a:lnTo>
                    <a:pt x="124764" y="691239"/>
                  </a:lnTo>
                  <a:lnTo>
                    <a:pt x="145392" y="650878"/>
                  </a:lnTo>
                  <a:lnTo>
                    <a:pt x="167491" y="611301"/>
                  </a:lnTo>
                  <a:lnTo>
                    <a:pt x="191034" y="572563"/>
                  </a:lnTo>
                  <a:lnTo>
                    <a:pt x="215986" y="534720"/>
                  </a:lnTo>
                  <a:lnTo>
                    <a:pt x="242313" y="497820"/>
                  </a:lnTo>
                  <a:lnTo>
                    <a:pt x="269981" y="461917"/>
                  </a:lnTo>
                  <a:lnTo>
                    <a:pt x="298952" y="427053"/>
                  </a:lnTo>
                  <a:lnTo>
                    <a:pt x="329187" y="393280"/>
                  </a:lnTo>
                  <a:lnTo>
                    <a:pt x="360644" y="360644"/>
                  </a:lnTo>
                  <a:lnTo>
                    <a:pt x="393280" y="329187"/>
                  </a:lnTo>
                  <a:lnTo>
                    <a:pt x="427053" y="298952"/>
                  </a:lnTo>
                  <a:lnTo>
                    <a:pt x="461917" y="269981"/>
                  </a:lnTo>
                  <a:lnTo>
                    <a:pt x="497820" y="242313"/>
                  </a:lnTo>
                  <a:lnTo>
                    <a:pt x="534720" y="215986"/>
                  </a:lnTo>
                  <a:lnTo>
                    <a:pt x="572563" y="191034"/>
                  </a:lnTo>
                  <a:lnTo>
                    <a:pt x="611301" y="167491"/>
                  </a:lnTo>
                  <a:lnTo>
                    <a:pt x="650878" y="145392"/>
                  </a:lnTo>
                  <a:lnTo>
                    <a:pt x="691239" y="124764"/>
                  </a:lnTo>
                  <a:lnTo>
                    <a:pt x="732335" y="105634"/>
                  </a:lnTo>
                  <a:lnTo>
                    <a:pt x="774107" y="88031"/>
                  </a:lnTo>
                  <a:lnTo>
                    <a:pt x="816500" y="71977"/>
                  </a:lnTo>
                  <a:lnTo>
                    <a:pt x="859451" y="57495"/>
                  </a:lnTo>
                  <a:lnTo>
                    <a:pt x="902907" y="44603"/>
                  </a:lnTo>
                  <a:lnTo>
                    <a:pt x="946812" y="33319"/>
                  </a:lnTo>
                  <a:lnTo>
                    <a:pt x="991095" y="23659"/>
                  </a:lnTo>
                  <a:lnTo>
                    <a:pt x="1035708" y="15636"/>
                  </a:lnTo>
                  <a:lnTo>
                    <a:pt x="1080590" y="9260"/>
                  </a:lnTo>
                  <a:lnTo>
                    <a:pt x="1125673" y="4540"/>
                  </a:lnTo>
                  <a:lnTo>
                    <a:pt x="1170897" y="1483"/>
                  </a:lnTo>
                  <a:lnTo>
                    <a:pt x="1216205" y="92"/>
                  </a:lnTo>
                  <a:lnTo>
                    <a:pt x="1231315" y="0"/>
                  </a:lnTo>
                  <a:lnTo>
                    <a:pt x="1246425" y="92"/>
                  </a:lnTo>
                  <a:lnTo>
                    <a:pt x="1291734" y="1483"/>
                  </a:lnTo>
                  <a:lnTo>
                    <a:pt x="1336958" y="4540"/>
                  </a:lnTo>
                  <a:lnTo>
                    <a:pt x="1382041" y="9260"/>
                  </a:lnTo>
                  <a:lnTo>
                    <a:pt x="1426922" y="15636"/>
                  </a:lnTo>
                  <a:lnTo>
                    <a:pt x="1471535" y="23659"/>
                  </a:lnTo>
                  <a:lnTo>
                    <a:pt x="1515819" y="33319"/>
                  </a:lnTo>
                  <a:lnTo>
                    <a:pt x="1559723" y="44603"/>
                  </a:lnTo>
                  <a:lnTo>
                    <a:pt x="1603180" y="57495"/>
                  </a:lnTo>
                  <a:lnTo>
                    <a:pt x="1646131" y="71977"/>
                  </a:lnTo>
                  <a:lnTo>
                    <a:pt x="1688524" y="88031"/>
                  </a:lnTo>
                  <a:lnTo>
                    <a:pt x="1730296" y="105634"/>
                  </a:lnTo>
                  <a:lnTo>
                    <a:pt x="1771391" y="124764"/>
                  </a:lnTo>
                  <a:lnTo>
                    <a:pt x="1811753" y="145392"/>
                  </a:lnTo>
                  <a:lnTo>
                    <a:pt x="1851329" y="167491"/>
                  </a:lnTo>
                  <a:lnTo>
                    <a:pt x="1890067" y="191034"/>
                  </a:lnTo>
                  <a:lnTo>
                    <a:pt x="1927911" y="215986"/>
                  </a:lnTo>
                  <a:lnTo>
                    <a:pt x="1964810" y="242313"/>
                  </a:lnTo>
                  <a:lnTo>
                    <a:pt x="2000714" y="269981"/>
                  </a:lnTo>
                  <a:lnTo>
                    <a:pt x="2035577" y="298952"/>
                  </a:lnTo>
                  <a:lnTo>
                    <a:pt x="2069351" y="329187"/>
                  </a:lnTo>
                  <a:lnTo>
                    <a:pt x="2101989" y="360644"/>
                  </a:lnTo>
                  <a:lnTo>
                    <a:pt x="2133444" y="393280"/>
                  </a:lnTo>
                  <a:lnTo>
                    <a:pt x="2163678" y="427053"/>
                  </a:lnTo>
                  <a:lnTo>
                    <a:pt x="2192651" y="461917"/>
                  </a:lnTo>
                  <a:lnTo>
                    <a:pt x="2220318" y="497820"/>
                  </a:lnTo>
                  <a:lnTo>
                    <a:pt x="2246643" y="534720"/>
                  </a:lnTo>
                  <a:lnTo>
                    <a:pt x="2271596" y="572563"/>
                  </a:lnTo>
                  <a:lnTo>
                    <a:pt x="2295138" y="611301"/>
                  </a:lnTo>
                  <a:lnTo>
                    <a:pt x="2317237" y="650878"/>
                  </a:lnTo>
                  <a:lnTo>
                    <a:pt x="2337866" y="691239"/>
                  </a:lnTo>
                  <a:lnTo>
                    <a:pt x="2356997" y="732335"/>
                  </a:lnTo>
                  <a:lnTo>
                    <a:pt x="2374599" y="774107"/>
                  </a:lnTo>
                  <a:lnTo>
                    <a:pt x="2390653" y="816500"/>
                  </a:lnTo>
                  <a:lnTo>
                    <a:pt x="2405135" y="859451"/>
                  </a:lnTo>
                  <a:lnTo>
                    <a:pt x="2418029" y="902907"/>
                  </a:lnTo>
                  <a:lnTo>
                    <a:pt x="2429312" y="946812"/>
                  </a:lnTo>
                  <a:lnTo>
                    <a:pt x="2438970" y="991095"/>
                  </a:lnTo>
                  <a:lnTo>
                    <a:pt x="2446995" y="1035708"/>
                  </a:lnTo>
                  <a:lnTo>
                    <a:pt x="2453370" y="1080590"/>
                  </a:lnTo>
                  <a:lnTo>
                    <a:pt x="2458090" y="1125673"/>
                  </a:lnTo>
                  <a:lnTo>
                    <a:pt x="2461149" y="1170897"/>
                  </a:lnTo>
                  <a:lnTo>
                    <a:pt x="2462539" y="1216205"/>
                  </a:lnTo>
                  <a:lnTo>
                    <a:pt x="2462631" y="1231315"/>
                  </a:lnTo>
                  <a:lnTo>
                    <a:pt x="2462539" y="1246425"/>
                  </a:lnTo>
                  <a:lnTo>
                    <a:pt x="2461149" y="1291734"/>
                  </a:lnTo>
                  <a:lnTo>
                    <a:pt x="2458090" y="1336958"/>
                  </a:lnTo>
                  <a:lnTo>
                    <a:pt x="2453370" y="1382041"/>
                  </a:lnTo>
                  <a:lnTo>
                    <a:pt x="2446995" y="1426922"/>
                  </a:lnTo>
                  <a:lnTo>
                    <a:pt x="2438970" y="1471535"/>
                  </a:lnTo>
                  <a:lnTo>
                    <a:pt x="2429312" y="1515819"/>
                  </a:lnTo>
                  <a:lnTo>
                    <a:pt x="2418029" y="1559723"/>
                  </a:lnTo>
                  <a:lnTo>
                    <a:pt x="2405135" y="1603180"/>
                  </a:lnTo>
                  <a:lnTo>
                    <a:pt x="2390653" y="1646131"/>
                  </a:lnTo>
                  <a:lnTo>
                    <a:pt x="2374601" y="1688524"/>
                  </a:lnTo>
                  <a:lnTo>
                    <a:pt x="2356997" y="1730296"/>
                  </a:lnTo>
                  <a:lnTo>
                    <a:pt x="2337866" y="1771391"/>
                  </a:lnTo>
                  <a:lnTo>
                    <a:pt x="2317237" y="1811753"/>
                  </a:lnTo>
                  <a:lnTo>
                    <a:pt x="2295138" y="1851329"/>
                  </a:lnTo>
                  <a:lnTo>
                    <a:pt x="2271596" y="1890067"/>
                  </a:lnTo>
                  <a:lnTo>
                    <a:pt x="2246643" y="1927911"/>
                  </a:lnTo>
                  <a:lnTo>
                    <a:pt x="2220318" y="1964810"/>
                  </a:lnTo>
                  <a:lnTo>
                    <a:pt x="2192651" y="2000714"/>
                  </a:lnTo>
                  <a:lnTo>
                    <a:pt x="2163678" y="2035577"/>
                  </a:lnTo>
                  <a:lnTo>
                    <a:pt x="2133444" y="2069351"/>
                  </a:lnTo>
                  <a:lnTo>
                    <a:pt x="2101989" y="2101989"/>
                  </a:lnTo>
                  <a:lnTo>
                    <a:pt x="2069351" y="2133444"/>
                  </a:lnTo>
                  <a:lnTo>
                    <a:pt x="2035577" y="2163678"/>
                  </a:lnTo>
                  <a:lnTo>
                    <a:pt x="2000714" y="2192651"/>
                  </a:lnTo>
                  <a:lnTo>
                    <a:pt x="1964810" y="2220318"/>
                  </a:lnTo>
                  <a:lnTo>
                    <a:pt x="1927911" y="2246643"/>
                  </a:lnTo>
                  <a:lnTo>
                    <a:pt x="1890067" y="2271596"/>
                  </a:lnTo>
                  <a:lnTo>
                    <a:pt x="1851329" y="2295138"/>
                  </a:lnTo>
                  <a:lnTo>
                    <a:pt x="1811753" y="2317237"/>
                  </a:lnTo>
                  <a:lnTo>
                    <a:pt x="1771391" y="2337866"/>
                  </a:lnTo>
                  <a:lnTo>
                    <a:pt x="1730296" y="2356997"/>
                  </a:lnTo>
                  <a:lnTo>
                    <a:pt x="1688524" y="2374599"/>
                  </a:lnTo>
                  <a:lnTo>
                    <a:pt x="1646131" y="2390653"/>
                  </a:lnTo>
                  <a:lnTo>
                    <a:pt x="1603180" y="2405135"/>
                  </a:lnTo>
                  <a:lnTo>
                    <a:pt x="1559723" y="2418029"/>
                  </a:lnTo>
                  <a:lnTo>
                    <a:pt x="1515819" y="2429312"/>
                  </a:lnTo>
                  <a:lnTo>
                    <a:pt x="1471535" y="2438970"/>
                  </a:lnTo>
                  <a:lnTo>
                    <a:pt x="1426922" y="2446995"/>
                  </a:lnTo>
                  <a:lnTo>
                    <a:pt x="1382041" y="2453370"/>
                  </a:lnTo>
                  <a:lnTo>
                    <a:pt x="1336958" y="2458090"/>
                  </a:lnTo>
                  <a:lnTo>
                    <a:pt x="1291734" y="2461149"/>
                  </a:lnTo>
                  <a:lnTo>
                    <a:pt x="1246425" y="2462539"/>
                  </a:lnTo>
                  <a:lnTo>
                    <a:pt x="1231315" y="2462631"/>
                  </a:lnTo>
                  <a:close/>
                </a:path>
              </a:pathLst>
            </a:custGeom>
            <a:solidFill>
              <a:srgbClr val="003B6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2" name="Google Shape;572;p20"/>
          <p:cNvSpPr txBox="1"/>
          <p:nvPr>
            <p:ph type="title"/>
          </p:nvPr>
        </p:nvSpPr>
        <p:spPr>
          <a:xfrm>
            <a:off x="4067077" y="310225"/>
            <a:ext cx="35766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500">
            <a:spAutoFit/>
          </a:bodyPr>
          <a:lstStyle/>
          <a:p>
            <a:pPr indent="0" lvl="0" marL="12700" marR="0" rtl="0" algn="l">
              <a:lnSpc>
                <a:spcPct val="118918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2800">
                <a:solidFill>
                  <a:srgbClr val="262626"/>
                </a:solidFill>
              </a:rPr>
              <a:t>Assumption 4</a:t>
            </a:r>
            <a:endParaRPr sz="2800"/>
          </a:p>
        </p:txBody>
      </p:sp>
      <p:sp>
        <p:nvSpPr>
          <p:cNvPr id="573" name="Google Shape;573;p20"/>
          <p:cNvSpPr txBox="1"/>
          <p:nvPr/>
        </p:nvSpPr>
        <p:spPr>
          <a:xfrm>
            <a:off x="3972177" y="999000"/>
            <a:ext cx="4809300" cy="19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-317500" lvl="0" marL="45720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●"/>
            </a:pPr>
            <a:r>
              <a:rPr b="0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Residuals are normally distributed</a:t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marR="0" rtl="0" algn="l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●"/>
            </a:pPr>
            <a:r>
              <a:rPr b="0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Can check using QQ-plot (Quantile-Quantile plot) </a:t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74" name="Google Shape;57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6290" y="2993100"/>
            <a:ext cx="2321060" cy="215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8825" y="1278700"/>
            <a:ext cx="3099725" cy="143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0" name="Google Shape;580;p21"/>
          <p:cNvGrpSpPr/>
          <p:nvPr/>
        </p:nvGrpSpPr>
        <p:grpSpPr>
          <a:xfrm>
            <a:off x="0" y="0"/>
            <a:ext cx="4024313" cy="5143500"/>
            <a:chOff x="0" y="0"/>
            <a:chExt cx="8048625" cy="10287000"/>
          </a:xfrm>
        </p:grpSpPr>
        <p:sp>
          <p:nvSpPr>
            <p:cNvPr id="581" name="Google Shape;581;p21"/>
            <p:cNvSpPr/>
            <p:nvPr/>
          </p:nvSpPr>
          <p:spPr>
            <a:xfrm>
              <a:off x="0" y="0"/>
              <a:ext cx="8048625" cy="10287000"/>
            </a:xfrm>
            <a:custGeom>
              <a:rect b="b" l="l" r="r" t="t"/>
              <a:pathLst>
                <a:path extrusionOk="0" h="10287000" w="8048625">
                  <a:moveTo>
                    <a:pt x="8048625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8048625" y="0"/>
                  </a:lnTo>
                  <a:lnTo>
                    <a:pt x="8048625" y="1028700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21"/>
            <p:cNvSpPr/>
            <p:nvPr/>
          </p:nvSpPr>
          <p:spPr>
            <a:xfrm>
              <a:off x="0" y="607746"/>
              <a:ext cx="4599305" cy="9093200"/>
            </a:xfrm>
            <a:custGeom>
              <a:rect b="b" l="l" r="r" t="t"/>
              <a:pathLst>
                <a:path extrusionOk="0" h="9093200" w="4599305">
                  <a:moveTo>
                    <a:pt x="337351" y="9093199"/>
                  </a:moveTo>
                  <a:lnTo>
                    <a:pt x="0" y="9093199"/>
                  </a:lnTo>
                  <a:lnTo>
                    <a:pt x="0" y="6591299"/>
                  </a:lnTo>
                  <a:lnTo>
                    <a:pt x="145528" y="6591299"/>
                  </a:lnTo>
                  <a:lnTo>
                    <a:pt x="193028" y="6578599"/>
                  </a:lnTo>
                  <a:lnTo>
                    <a:pt x="287157" y="6578599"/>
                  </a:lnTo>
                  <a:lnTo>
                    <a:pt x="333760" y="6565899"/>
                  </a:lnTo>
                  <a:lnTo>
                    <a:pt x="380040" y="6565899"/>
                  </a:lnTo>
                  <a:lnTo>
                    <a:pt x="516809" y="6527799"/>
                  </a:lnTo>
                  <a:lnTo>
                    <a:pt x="561667" y="6527799"/>
                  </a:lnTo>
                  <a:lnTo>
                    <a:pt x="650210" y="6502399"/>
                  </a:lnTo>
                  <a:lnTo>
                    <a:pt x="693870" y="6476999"/>
                  </a:lnTo>
                  <a:lnTo>
                    <a:pt x="822253" y="6438899"/>
                  </a:lnTo>
                  <a:lnTo>
                    <a:pt x="864140" y="6413499"/>
                  </a:lnTo>
                  <a:lnTo>
                    <a:pt x="905552" y="6400799"/>
                  </a:lnTo>
                  <a:lnTo>
                    <a:pt x="946477" y="6375399"/>
                  </a:lnTo>
                  <a:lnTo>
                    <a:pt x="986903" y="6362699"/>
                  </a:lnTo>
                  <a:lnTo>
                    <a:pt x="1026816" y="6337299"/>
                  </a:lnTo>
                  <a:lnTo>
                    <a:pt x="1105055" y="6286499"/>
                  </a:lnTo>
                  <a:lnTo>
                    <a:pt x="1143356" y="6273799"/>
                  </a:lnTo>
                  <a:lnTo>
                    <a:pt x="1181095" y="6248399"/>
                  </a:lnTo>
                  <a:lnTo>
                    <a:pt x="1218258" y="6222999"/>
                  </a:lnTo>
                  <a:lnTo>
                    <a:pt x="1254834" y="6197599"/>
                  </a:lnTo>
                  <a:lnTo>
                    <a:pt x="1290810" y="6159499"/>
                  </a:lnTo>
                  <a:lnTo>
                    <a:pt x="1326173" y="6134099"/>
                  </a:lnTo>
                  <a:lnTo>
                    <a:pt x="1360910" y="6108699"/>
                  </a:lnTo>
                  <a:lnTo>
                    <a:pt x="1395010" y="6083299"/>
                  </a:lnTo>
                  <a:lnTo>
                    <a:pt x="1428460" y="6045199"/>
                  </a:lnTo>
                  <a:lnTo>
                    <a:pt x="1461246" y="6019799"/>
                  </a:lnTo>
                  <a:lnTo>
                    <a:pt x="1493357" y="5981699"/>
                  </a:lnTo>
                  <a:lnTo>
                    <a:pt x="1524781" y="5956299"/>
                  </a:lnTo>
                  <a:lnTo>
                    <a:pt x="1555503" y="5918199"/>
                  </a:lnTo>
                  <a:lnTo>
                    <a:pt x="1585513" y="5892799"/>
                  </a:lnTo>
                  <a:lnTo>
                    <a:pt x="1614796" y="5854699"/>
                  </a:lnTo>
                  <a:lnTo>
                    <a:pt x="1643342" y="5816599"/>
                  </a:lnTo>
                  <a:lnTo>
                    <a:pt x="1671137" y="5778499"/>
                  </a:lnTo>
                  <a:lnTo>
                    <a:pt x="1698168" y="5753099"/>
                  </a:lnTo>
                  <a:lnTo>
                    <a:pt x="1724423" y="5714999"/>
                  </a:lnTo>
                  <a:lnTo>
                    <a:pt x="1749891" y="5676899"/>
                  </a:lnTo>
                  <a:lnTo>
                    <a:pt x="1774557" y="5638799"/>
                  </a:lnTo>
                  <a:lnTo>
                    <a:pt x="1798409" y="5600699"/>
                  </a:lnTo>
                  <a:lnTo>
                    <a:pt x="1821435" y="5562599"/>
                  </a:lnTo>
                  <a:lnTo>
                    <a:pt x="1843623" y="5524499"/>
                  </a:lnTo>
                  <a:lnTo>
                    <a:pt x="1864960" y="5486399"/>
                  </a:lnTo>
                  <a:lnTo>
                    <a:pt x="1885433" y="5435599"/>
                  </a:lnTo>
                  <a:lnTo>
                    <a:pt x="1905029" y="5397499"/>
                  </a:lnTo>
                  <a:lnTo>
                    <a:pt x="1923737" y="5359399"/>
                  </a:lnTo>
                  <a:lnTo>
                    <a:pt x="1941543" y="5321299"/>
                  </a:lnTo>
                  <a:lnTo>
                    <a:pt x="1958435" y="5270499"/>
                  </a:lnTo>
                  <a:lnTo>
                    <a:pt x="1974401" y="5232399"/>
                  </a:lnTo>
                  <a:lnTo>
                    <a:pt x="1989427" y="5181599"/>
                  </a:lnTo>
                  <a:lnTo>
                    <a:pt x="2003503" y="5143499"/>
                  </a:lnTo>
                  <a:lnTo>
                    <a:pt x="2016613" y="5105399"/>
                  </a:lnTo>
                  <a:lnTo>
                    <a:pt x="2028747" y="5054599"/>
                  </a:lnTo>
                  <a:lnTo>
                    <a:pt x="2039892" y="5003799"/>
                  </a:lnTo>
                  <a:lnTo>
                    <a:pt x="2050035" y="4965699"/>
                  </a:lnTo>
                  <a:lnTo>
                    <a:pt x="2059164" y="4914899"/>
                  </a:lnTo>
                  <a:lnTo>
                    <a:pt x="2067265" y="4876799"/>
                  </a:lnTo>
                  <a:lnTo>
                    <a:pt x="2074328" y="4825999"/>
                  </a:lnTo>
                  <a:lnTo>
                    <a:pt x="2080338" y="4775199"/>
                  </a:lnTo>
                  <a:lnTo>
                    <a:pt x="2085283" y="4737099"/>
                  </a:lnTo>
                  <a:lnTo>
                    <a:pt x="2089152" y="4686299"/>
                  </a:lnTo>
                  <a:lnTo>
                    <a:pt x="2091930" y="4635499"/>
                  </a:lnTo>
                  <a:lnTo>
                    <a:pt x="2093607" y="4584699"/>
                  </a:lnTo>
                  <a:lnTo>
                    <a:pt x="2094168" y="4546599"/>
                  </a:lnTo>
                  <a:lnTo>
                    <a:pt x="2093611" y="4495799"/>
                  </a:lnTo>
                  <a:lnTo>
                    <a:pt x="2091946" y="4444999"/>
                  </a:lnTo>
                  <a:lnTo>
                    <a:pt x="2089187" y="4394199"/>
                  </a:lnTo>
                  <a:lnTo>
                    <a:pt x="2085346" y="4356099"/>
                  </a:lnTo>
                  <a:lnTo>
                    <a:pt x="2080434" y="4305299"/>
                  </a:lnTo>
                  <a:lnTo>
                    <a:pt x="2074464" y="4254499"/>
                  </a:lnTo>
                  <a:lnTo>
                    <a:pt x="2067448" y="4216399"/>
                  </a:lnTo>
                  <a:lnTo>
                    <a:pt x="2059399" y="4165599"/>
                  </a:lnTo>
                  <a:lnTo>
                    <a:pt x="2050328" y="4114799"/>
                  </a:lnTo>
                  <a:lnTo>
                    <a:pt x="2040248" y="4076699"/>
                  </a:lnTo>
                  <a:lnTo>
                    <a:pt x="2029170" y="4025899"/>
                  </a:lnTo>
                  <a:lnTo>
                    <a:pt x="2017108" y="3987799"/>
                  </a:lnTo>
                  <a:lnTo>
                    <a:pt x="2004073" y="3936999"/>
                  </a:lnTo>
                  <a:lnTo>
                    <a:pt x="1990077" y="3898899"/>
                  </a:lnTo>
                  <a:lnTo>
                    <a:pt x="1975134" y="3860799"/>
                  </a:lnTo>
                  <a:lnTo>
                    <a:pt x="1959254" y="3809999"/>
                  </a:lnTo>
                  <a:lnTo>
                    <a:pt x="1942450" y="3771899"/>
                  </a:lnTo>
                  <a:lnTo>
                    <a:pt x="1924734" y="3733799"/>
                  </a:lnTo>
                  <a:lnTo>
                    <a:pt x="1906119" y="3682999"/>
                  </a:lnTo>
                  <a:lnTo>
                    <a:pt x="1886617" y="3644899"/>
                  </a:lnTo>
                  <a:lnTo>
                    <a:pt x="1866239" y="3606799"/>
                  </a:lnTo>
                  <a:lnTo>
                    <a:pt x="1844999" y="3568699"/>
                  </a:lnTo>
                  <a:lnTo>
                    <a:pt x="1822908" y="3530599"/>
                  </a:lnTo>
                  <a:lnTo>
                    <a:pt x="1799978" y="3492499"/>
                  </a:lnTo>
                  <a:lnTo>
                    <a:pt x="1776222" y="3454399"/>
                  </a:lnTo>
                  <a:lnTo>
                    <a:pt x="1751652" y="3416299"/>
                  </a:lnTo>
                  <a:lnTo>
                    <a:pt x="1726280" y="3378199"/>
                  </a:lnTo>
                  <a:lnTo>
                    <a:pt x="1700118" y="3340099"/>
                  </a:lnTo>
                  <a:lnTo>
                    <a:pt x="1673178" y="3301999"/>
                  </a:lnTo>
                  <a:lnTo>
                    <a:pt x="1645473" y="3263899"/>
                  </a:lnTo>
                  <a:lnTo>
                    <a:pt x="1617015" y="3225799"/>
                  </a:lnTo>
                  <a:lnTo>
                    <a:pt x="1587817" y="3200399"/>
                  </a:lnTo>
                  <a:lnTo>
                    <a:pt x="1557889" y="3162299"/>
                  </a:lnTo>
                  <a:lnTo>
                    <a:pt x="1527245" y="3136899"/>
                  </a:lnTo>
                  <a:lnTo>
                    <a:pt x="1495896" y="3098799"/>
                  </a:lnTo>
                  <a:lnTo>
                    <a:pt x="1463855" y="3073399"/>
                  </a:lnTo>
                  <a:lnTo>
                    <a:pt x="1431135" y="3035299"/>
                  </a:lnTo>
                  <a:lnTo>
                    <a:pt x="1397746" y="3009899"/>
                  </a:lnTo>
                  <a:lnTo>
                    <a:pt x="1363702" y="2971799"/>
                  </a:lnTo>
                  <a:lnTo>
                    <a:pt x="1329015" y="2946399"/>
                  </a:lnTo>
                  <a:lnTo>
                    <a:pt x="1293696" y="2920999"/>
                  </a:lnTo>
                  <a:lnTo>
                    <a:pt x="1257758" y="2895599"/>
                  </a:lnTo>
                  <a:lnTo>
                    <a:pt x="1221214" y="2870199"/>
                  </a:lnTo>
                  <a:lnTo>
                    <a:pt x="1184075" y="2844799"/>
                  </a:lnTo>
                  <a:lnTo>
                    <a:pt x="1146354" y="2819399"/>
                  </a:lnTo>
                  <a:lnTo>
                    <a:pt x="1108062" y="2793999"/>
                  </a:lnTo>
                  <a:lnTo>
                    <a:pt x="1029817" y="2743199"/>
                  </a:lnTo>
                  <a:lnTo>
                    <a:pt x="989888" y="2730499"/>
                  </a:lnTo>
                  <a:lnTo>
                    <a:pt x="949438" y="2705099"/>
                  </a:lnTo>
                  <a:lnTo>
                    <a:pt x="908478" y="2692399"/>
                  </a:lnTo>
                  <a:lnTo>
                    <a:pt x="867022" y="2666999"/>
                  </a:lnTo>
                  <a:lnTo>
                    <a:pt x="825080" y="2654299"/>
                  </a:lnTo>
                  <a:lnTo>
                    <a:pt x="782666" y="2628899"/>
                  </a:lnTo>
                  <a:lnTo>
                    <a:pt x="739792" y="2616199"/>
                  </a:lnTo>
                  <a:lnTo>
                    <a:pt x="427804" y="2527299"/>
                  </a:lnTo>
                  <a:lnTo>
                    <a:pt x="381685" y="2527299"/>
                  </a:lnTo>
                  <a:lnTo>
                    <a:pt x="335216" y="2514599"/>
                  </a:lnTo>
                  <a:lnTo>
                    <a:pt x="288408" y="2514599"/>
                  </a:lnTo>
                  <a:lnTo>
                    <a:pt x="241274" y="2501899"/>
                  </a:lnTo>
                  <a:lnTo>
                    <a:pt x="0" y="2501899"/>
                  </a:lnTo>
                  <a:lnTo>
                    <a:pt x="0" y="0"/>
                  </a:lnTo>
                  <a:lnTo>
                    <a:pt x="384810" y="0"/>
                  </a:lnTo>
                  <a:lnTo>
                    <a:pt x="432163" y="12699"/>
                  </a:lnTo>
                  <a:lnTo>
                    <a:pt x="526457" y="12699"/>
                  </a:lnTo>
                  <a:lnTo>
                    <a:pt x="573394" y="25399"/>
                  </a:lnTo>
                  <a:lnTo>
                    <a:pt x="620186" y="25399"/>
                  </a:lnTo>
                  <a:lnTo>
                    <a:pt x="666831" y="38099"/>
                  </a:lnTo>
                  <a:lnTo>
                    <a:pt x="713328" y="38099"/>
                  </a:lnTo>
                  <a:lnTo>
                    <a:pt x="759673" y="50799"/>
                  </a:lnTo>
                  <a:lnTo>
                    <a:pt x="805864" y="50799"/>
                  </a:lnTo>
                  <a:lnTo>
                    <a:pt x="897775" y="76199"/>
                  </a:lnTo>
                  <a:lnTo>
                    <a:pt x="943490" y="76199"/>
                  </a:lnTo>
                  <a:lnTo>
                    <a:pt x="1124686" y="126999"/>
                  </a:lnTo>
                  <a:lnTo>
                    <a:pt x="1169557" y="126999"/>
                  </a:lnTo>
                  <a:lnTo>
                    <a:pt x="1434998" y="203199"/>
                  </a:lnTo>
                  <a:lnTo>
                    <a:pt x="1478584" y="228599"/>
                  </a:lnTo>
                  <a:lnTo>
                    <a:pt x="1650969" y="279399"/>
                  </a:lnTo>
                  <a:lnTo>
                    <a:pt x="1693564" y="304799"/>
                  </a:lnTo>
                  <a:lnTo>
                    <a:pt x="1778132" y="330199"/>
                  </a:lnTo>
                  <a:lnTo>
                    <a:pt x="1820101" y="355599"/>
                  </a:lnTo>
                  <a:lnTo>
                    <a:pt x="1861857" y="368299"/>
                  </a:lnTo>
                  <a:lnTo>
                    <a:pt x="1903398" y="393699"/>
                  </a:lnTo>
                  <a:lnTo>
                    <a:pt x="1944720" y="406399"/>
                  </a:lnTo>
                  <a:lnTo>
                    <a:pt x="1985822" y="431799"/>
                  </a:lnTo>
                  <a:lnTo>
                    <a:pt x="2026700" y="444499"/>
                  </a:lnTo>
                  <a:lnTo>
                    <a:pt x="2067353" y="469899"/>
                  </a:lnTo>
                  <a:lnTo>
                    <a:pt x="2107778" y="482599"/>
                  </a:lnTo>
                  <a:lnTo>
                    <a:pt x="2187933" y="533399"/>
                  </a:lnTo>
                  <a:lnTo>
                    <a:pt x="2227659" y="546099"/>
                  </a:lnTo>
                  <a:lnTo>
                    <a:pt x="2345399" y="622299"/>
                  </a:lnTo>
                  <a:lnTo>
                    <a:pt x="2384159" y="634999"/>
                  </a:lnTo>
                  <a:lnTo>
                    <a:pt x="2536693" y="736599"/>
                  </a:lnTo>
                  <a:lnTo>
                    <a:pt x="2685104" y="838199"/>
                  </a:lnTo>
                  <a:lnTo>
                    <a:pt x="2793611" y="914399"/>
                  </a:lnTo>
                  <a:lnTo>
                    <a:pt x="2864578" y="965199"/>
                  </a:lnTo>
                  <a:lnTo>
                    <a:pt x="2899643" y="1003299"/>
                  </a:lnTo>
                  <a:lnTo>
                    <a:pt x="3003133" y="1079499"/>
                  </a:lnTo>
                  <a:lnTo>
                    <a:pt x="3037053" y="1117599"/>
                  </a:lnTo>
                  <a:lnTo>
                    <a:pt x="3104014" y="1168399"/>
                  </a:lnTo>
                  <a:lnTo>
                    <a:pt x="3137050" y="1206499"/>
                  </a:lnTo>
                  <a:lnTo>
                    <a:pt x="3169787" y="1231899"/>
                  </a:lnTo>
                  <a:lnTo>
                    <a:pt x="3202221" y="1269999"/>
                  </a:lnTo>
                  <a:lnTo>
                    <a:pt x="3234350" y="1295399"/>
                  </a:lnTo>
                  <a:lnTo>
                    <a:pt x="3266172" y="1333499"/>
                  </a:lnTo>
                  <a:lnTo>
                    <a:pt x="3297685" y="1358899"/>
                  </a:lnTo>
                  <a:lnTo>
                    <a:pt x="3328886" y="1396999"/>
                  </a:lnTo>
                  <a:lnTo>
                    <a:pt x="3359772" y="1422399"/>
                  </a:lnTo>
                  <a:lnTo>
                    <a:pt x="3390341" y="1460499"/>
                  </a:lnTo>
                  <a:lnTo>
                    <a:pt x="3420590" y="1485899"/>
                  </a:lnTo>
                  <a:lnTo>
                    <a:pt x="3450518" y="1523999"/>
                  </a:lnTo>
                  <a:lnTo>
                    <a:pt x="3480121" y="1562099"/>
                  </a:lnTo>
                  <a:lnTo>
                    <a:pt x="3509397" y="1587499"/>
                  </a:lnTo>
                  <a:lnTo>
                    <a:pt x="3538344" y="1625599"/>
                  </a:lnTo>
                  <a:lnTo>
                    <a:pt x="3566959" y="1663699"/>
                  </a:lnTo>
                  <a:lnTo>
                    <a:pt x="3595239" y="1701799"/>
                  </a:lnTo>
                  <a:lnTo>
                    <a:pt x="3623183" y="1727199"/>
                  </a:lnTo>
                  <a:lnTo>
                    <a:pt x="3650788" y="1765299"/>
                  </a:lnTo>
                  <a:lnTo>
                    <a:pt x="3678051" y="1803399"/>
                  </a:lnTo>
                  <a:lnTo>
                    <a:pt x="3704969" y="1841499"/>
                  </a:lnTo>
                  <a:lnTo>
                    <a:pt x="3731541" y="1879599"/>
                  </a:lnTo>
                  <a:lnTo>
                    <a:pt x="3757764" y="1904999"/>
                  </a:lnTo>
                  <a:lnTo>
                    <a:pt x="3783635" y="1943099"/>
                  </a:lnTo>
                  <a:lnTo>
                    <a:pt x="3809152" y="1981199"/>
                  </a:lnTo>
                  <a:lnTo>
                    <a:pt x="3834313" y="2019299"/>
                  </a:lnTo>
                  <a:lnTo>
                    <a:pt x="3859114" y="2057399"/>
                  </a:lnTo>
                  <a:lnTo>
                    <a:pt x="3883554" y="2095499"/>
                  </a:lnTo>
                  <a:lnTo>
                    <a:pt x="3907630" y="2133599"/>
                  </a:lnTo>
                  <a:lnTo>
                    <a:pt x="3931339" y="2171699"/>
                  </a:lnTo>
                  <a:lnTo>
                    <a:pt x="3954680" y="2209799"/>
                  </a:lnTo>
                  <a:lnTo>
                    <a:pt x="3977649" y="2247899"/>
                  </a:lnTo>
                  <a:lnTo>
                    <a:pt x="4000244" y="2285999"/>
                  </a:lnTo>
                  <a:lnTo>
                    <a:pt x="4022463" y="2324099"/>
                  </a:lnTo>
                  <a:lnTo>
                    <a:pt x="4044303" y="2362199"/>
                  </a:lnTo>
                  <a:lnTo>
                    <a:pt x="4065762" y="2412999"/>
                  </a:lnTo>
                  <a:lnTo>
                    <a:pt x="4086837" y="2451099"/>
                  </a:lnTo>
                  <a:lnTo>
                    <a:pt x="4107526" y="2489199"/>
                  </a:lnTo>
                  <a:lnTo>
                    <a:pt x="4127826" y="2527299"/>
                  </a:lnTo>
                  <a:lnTo>
                    <a:pt x="4147735" y="2565399"/>
                  </a:lnTo>
                  <a:lnTo>
                    <a:pt x="4167251" y="2603499"/>
                  </a:lnTo>
                  <a:lnTo>
                    <a:pt x="4186370" y="2654299"/>
                  </a:lnTo>
                  <a:lnTo>
                    <a:pt x="4205091" y="2692399"/>
                  </a:lnTo>
                  <a:lnTo>
                    <a:pt x="4223410" y="2730499"/>
                  </a:lnTo>
                  <a:lnTo>
                    <a:pt x="4241326" y="2781299"/>
                  </a:lnTo>
                  <a:lnTo>
                    <a:pt x="4258837" y="2819399"/>
                  </a:lnTo>
                  <a:lnTo>
                    <a:pt x="4275938" y="2857499"/>
                  </a:lnTo>
                  <a:lnTo>
                    <a:pt x="4292629" y="2895599"/>
                  </a:lnTo>
                  <a:lnTo>
                    <a:pt x="4308906" y="2946399"/>
                  </a:lnTo>
                  <a:lnTo>
                    <a:pt x="4324768" y="2984499"/>
                  </a:lnTo>
                  <a:lnTo>
                    <a:pt x="4340211" y="3035299"/>
                  </a:lnTo>
                  <a:lnTo>
                    <a:pt x="4355233" y="3073399"/>
                  </a:lnTo>
                  <a:lnTo>
                    <a:pt x="4369832" y="3111499"/>
                  </a:lnTo>
                  <a:lnTo>
                    <a:pt x="4384005" y="3162299"/>
                  </a:lnTo>
                  <a:lnTo>
                    <a:pt x="4397750" y="3200399"/>
                  </a:lnTo>
                  <a:lnTo>
                    <a:pt x="4411064" y="3251199"/>
                  </a:lnTo>
                  <a:lnTo>
                    <a:pt x="4423945" y="3289299"/>
                  </a:lnTo>
                  <a:lnTo>
                    <a:pt x="4436390" y="3340099"/>
                  </a:lnTo>
                  <a:lnTo>
                    <a:pt x="4448397" y="3378199"/>
                  </a:lnTo>
                  <a:lnTo>
                    <a:pt x="4459964" y="3428999"/>
                  </a:lnTo>
                  <a:lnTo>
                    <a:pt x="4471088" y="3467099"/>
                  </a:lnTo>
                  <a:lnTo>
                    <a:pt x="4481766" y="3517899"/>
                  </a:lnTo>
                  <a:lnTo>
                    <a:pt x="4491996" y="3555999"/>
                  </a:lnTo>
                  <a:lnTo>
                    <a:pt x="4501775" y="3606799"/>
                  </a:lnTo>
                  <a:lnTo>
                    <a:pt x="4511102" y="3644899"/>
                  </a:lnTo>
                  <a:lnTo>
                    <a:pt x="4519973" y="3695699"/>
                  </a:lnTo>
                  <a:lnTo>
                    <a:pt x="4528386" y="3746499"/>
                  </a:lnTo>
                  <a:lnTo>
                    <a:pt x="4536339" y="3784599"/>
                  </a:lnTo>
                  <a:lnTo>
                    <a:pt x="4543829" y="3835399"/>
                  </a:lnTo>
                  <a:lnTo>
                    <a:pt x="4550853" y="3886199"/>
                  </a:lnTo>
                  <a:lnTo>
                    <a:pt x="4557410" y="3924299"/>
                  </a:lnTo>
                  <a:lnTo>
                    <a:pt x="4563497" y="3975099"/>
                  </a:lnTo>
                  <a:lnTo>
                    <a:pt x="4569111" y="4025899"/>
                  </a:lnTo>
                  <a:lnTo>
                    <a:pt x="4574250" y="4063999"/>
                  </a:lnTo>
                  <a:lnTo>
                    <a:pt x="4578911" y="4114799"/>
                  </a:lnTo>
                  <a:lnTo>
                    <a:pt x="4583092" y="4165599"/>
                  </a:lnTo>
                  <a:lnTo>
                    <a:pt x="4586790" y="4203699"/>
                  </a:lnTo>
                  <a:lnTo>
                    <a:pt x="4590003" y="4254499"/>
                  </a:lnTo>
                  <a:lnTo>
                    <a:pt x="4592729" y="4305299"/>
                  </a:lnTo>
                  <a:lnTo>
                    <a:pt x="4594964" y="4356099"/>
                  </a:lnTo>
                  <a:lnTo>
                    <a:pt x="4596707" y="4394199"/>
                  </a:lnTo>
                  <a:lnTo>
                    <a:pt x="4597956" y="4444999"/>
                  </a:lnTo>
                  <a:lnTo>
                    <a:pt x="4598706" y="4495799"/>
                  </a:lnTo>
                  <a:lnTo>
                    <a:pt x="4598957" y="4546599"/>
                  </a:lnTo>
                  <a:lnTo>
                    <a:pt x="4598835" y="4597399"/>
                  </a:lnTo>
                  <a:lnTo>
                    <a:pt x="4598209" y="4635499"/>
                  </a:lnTo>
                  <a:lnTo>
                    <a:pt x="4597083" y="4686299"/>
                  </a:lnTo>
                  <a:lnTo>
                    <a:pt x="4595459" y="4737099"/>
                  </a:lnTo>
                  <a:lnTo>
                    <a:pt x="4593339" y="4787899"/>
                  </a:lnTo>
                  <a:lnTo>
                    <a:pt x="4590725" y="4825999"/>
                  </a:lnTo>
                  <a:lnTo>
                    <a:pt x="4587621" y="4876799"/>
                  </a:lnTo>
                  <a:lnTo>
                    <a:pt x="4584029" y="4927599"/>
                  </a:lnTo>
                  <a:lnTo>
                    <a:pt x="4579951" y="4978399"/>
                  </a:lnTo>
                  <a:lnTo>
                    <a:pt x="4575390" y="5016499"/>
                  </a:lnTo>
                  <a:lnTo>
                    <a:pt x="4570348" y="5067299"/>
                  </a:lnTo>
                  <a:lnTo>
                    <a:pt x="4564828" y="5118099"/>
                  </a:lnTo>
                  <a:lnTo>
                    <a:pt x="4558832" y="5156199"/>
                  </a:lnTo>
                  <a:lnTo>
                    <a:pt x="4552364" y="5206999"/>
                  </a:lnTo>
                  <a:lnTo>
                    <a:pt x="4545424" y="5257799"/>
                  </a:lnTo>
                  <a:lnTo>
                    <a:pt x="4538016" y="5295899"/>
                  </a:lnTo>
                  <a:lnTo>
                    <a:pt x="4530143" y="5346699"/>
                  </a:lnTo>
                  <a:lnTo>
                    <a:pt x="4521806" y="5397499"/>
                  </a:lnTo>
                  <a:lnTo>
                    <a:pt x="4513009" y="5435599"/>
                  </a:lnTo>
                  <a:lnTo>
                    <a:pt x="4503754" y="5486399"/>
                  </a:lnTo>
                  <a:lnTo>
                    <a:pt x="4494043" y="5524499"/>
                  </a:lnTo>
                  <a:lnTo>
                    <a:pt x="4483879" y="5575299"/>
                  </a:lnTo>
                  <a:lnTo>
                    <a:pt x="4473264" y="5613399"/>
                  </a:lnTo>
                  <a:lnTo>
                    <a:pt x="4462201" y="5664199"/>
                  </a:lnTo>
                  <a:lnTo>
                    <a:pt x="4450692" y="5702299"/>
                  </a:lnTo>
                  <a:lnTo>
                    <a:pt x="4438741" y="5753099"/>
                  </a:lnTo>
                  <a:lnTo>
                    <a:pt x="4426348" y="5791199"/>
                  </a:lnTo>
                  <a:lnTo>
                    <a:pt x="4413518" y="5841999"/>
                  </a:lnTo>
                  <a:lnTo>
                    <a:pt x="4400252" y="5880099"/>
                  </a:lnTo>
                  <a:lnTo>
                    <a:pt x="4386553" y="5930899"/>
                  </a:lnTo>
                  <a:lnTo>
                    <a:pt x="4372423" y="5968999"/>
                  </a:lnTo>
                  <a:lnTo>
                    <a:pt x="4357865" y="6019799"/>
                  </a:lnTo>
                  <a:lnTo>
                    <a:pt x="4342881" y="6057899"/>
                  </a:lnTo>
                  <a:lnTo>
                    <a:pt x="4327475" y="6095999"/>
                  </a:lnTo>
                  <a:lnTo>
                    <a:pt x="4311647" y="6146799"/>
                  </a:lnTo>
                  <a:lnTo>
                    <a:pt x="4295402" y="6184899"/>
                  </a:lnTo>
                  <a:lnTo>
                    <a:pt x="4278741" y="6235699"/>
                  </a:lnTo>
                  <a:lnTo>
                    <a:pt x="4261667" y="6273799"/>
                  </a:lnTo>
                  <a:lnTo>
                    <a:pt x="4244182" y="6311899"/>
                  </a:lnTo>
                  <a:lnTo>
                    <a:pt x="4226290" y="6349999"/>
                  </a:lnTo>
                  <a:lnTo>
                    <a:pt x="4207991" y="6400799"/>
                  </a:lnTo>
                  <a:lnTo>
                    <a:pt x="4189290" y="6438899"/>
                  </a:lnTo>
                  <a:lnTo>
                    <a:pt x="4170188" y="6476999"/>
                  </a:lnTo>
                  <a:lnTo>
                    <a:pt x="4150688" y="6515099"/>
                  </a:lnTo>
                  <a:lnTo>
                    <a:pt x="4130792" y="6565899"/>
                  </a:lnTo>
                  <a:lnTo>
                    <a:pt x="4110504" y="6603999"/>
                  </a:lnTo>
                  <a:lnTo>
                    <a:pt x="4089825" y="6642099"/>
                  </a:lnTo>
                  <a:lnTo>
                    <a:pt x="4068757" y="6680199"/>
                  </a:lnTo>
                  <a:lnTo>
                    <a:pt x="4047305" y="6718299"/>
                  </a:lnTo>
                  <a:lnTo>
                    <a:pt x="4025469" y="6756399"/>
                  </a:lnTo>
                  <a:lnTo>
                    <a:pt x="4003252" y="6807199"/>
                  </a:lnTo>
                  <a:lnTo>
                    <a:pt x="3980658" y="6845299"/>
                  </a:lnTo>
                  <a:lnTo>
                    <a:pt x="3957688" y="6883399"/>
                  </a:lnTo>
                  <a:lnTo>
                    <a:pt x="3934345" y="6921499"/>
                  </a:lnTo>
                  <a:lnTo>
                    <a:pt x="3910631" y="6959599"/>
                  </a:lnTo>
                  <a:lnTo>
                    <a:pt x="3886550" y="6997699"/>
                  </a:lnTo>
                  <a:lnTo>
                    <a:pt x="3862103" y="7035799"/>
                  </a:lnTo>
                  <a:lnTo>
                    <a:pt x="3837292" y="7073899"/>
                  </a:lnTo>
                  <a:lnTo>
                    <a:pt x="3812122" y="7111999"/>
                  </a:lnTo>
                  <a:lnTo>
                    <a:pt x="3786593" y="7150099"/>
                  </a:lnTo>
                  <a:lnTo>
                    <a:pt x="3760709" y="7175499"/>
                  </a:lnTo>
                  <a:lnTo>
                    <a:pt x="3734472" y="7213599"/>
                  </a:lnTo>
                  <a:lnTo>
                    <a:pt x="3707884" y="7251699"/>
                  </a:lnTo>
                  <a:lnTo>
                    <a:pt x="3680948" y="7289799"/>
                  </a:lnTo>
                  <a:lnTo>
                    <a:pt x="3653667" y="7327899"/>
                  </a:lnTo>
                  <a:lnTo>
                    <a:pt x="3626043" y="7365999"/>
                  </a:lnTo>
                  <a:lnTo>
                    <a:pt x="3598078" y="7391399"/>
                  </a:lnTo>
                  <a:lnTo>
                    <a:pt x="3569776" y="7429499"/>
                  </a:lnTo>
                  <a:lnTo>
                    <a:pt x="3541138" y="7467599"/>
                  </a:lnTo>
                  <a:lnTo>
                    <a:pt x="3512167" y="7492999"/>
                  </a:lnTo>
                  <a:lnTo>
                    <a:pt x="3482865" y="7531099"/>
                  </a:lnTo>
                  <a:lnTo>
                    <a:pt x="3453235" y="7569199"/>
                  </a:lnTo>
                  <a:lnTo>
                    <a:pt x="3423280" y="7594599"/>
                  </a:lnTo>
                  <a:lnTo>
                    <a:pt x="3393003" y="7632699"/>
                  </a:lnTo>
                  <a:lnTo>
                    <a:pt x="3362404" y="7670799"/>
                  </a:lnTo>
                  <a:lnTo>
                    <a:pt x="3331488" y="7696199"/>
                  </a:lnTo>
                  <a:lnTo>
                    <a:pt x="3300256" y="7734299"/>
                  </a:lnTo>
                  <a:lnTo>
                    <a:pt x="3268711" y="7759699"/>
                  </a:lnTo>
                  <a:lnTo>
                    <a:pt x="3236856" y="7797799"/>
                  </a:lnTo>
                  <a:lnTo>
                    <a:pt x="3204693" y="7823199"/>
                  </a:lnTo>
                  <a:lnTo>
                    <a:pt x="3172224" y="7861299"/>
                  </a:lnTo>
                  <a:lnTo>
                    <a:pt x="3106381" y="7912099"/>
                  </a:lnTo>
                  <a:lnTo>
                    <a:pt x="3073011" y="7950199"/>
                  </a:lnTo>
                  <a:lnTo>
                    <a:pt x="3005387" y="8000999"/>
                  </a:lnTo>
                  <a:lnTo>
                    <a:pt x="2971139" y="8039099"/>
                  </a:lnTo>
                  <a:lnTo>
                    <a:pt x="2866675" y="8115299"/>
                  </a:lnTo>
                  <a:lnTo>
                    <a:pt x="2831290" y="8153399"/>
                  </a:lnTo>
                  <a:lnTo>
                    <a:pt x="2723477" y="8229599"/>
                  </a:lnTo>
                  <a:lnTo>
                    <a:pt x="2575952" y="8331199"/>
                  </a:lnTo>
                  <a:lnTo>
                    <a:pt x="2424261" y="8432799"/>
                  </a:lnTo>
                  <a:lnTo>
                    <a:pt x="2385706" y="8458199"/>
                  </a:lnTo>
                  <a:lnTo>
                    <a:pt x="2346904" y="8470899"/>
                  </a:lnTo>
                  <a:lnTo>
                    <a:pt x="2229034" y="8547099"/>
                  </a:lnTo>
                  <a:lnTo>
                    <a:pt x="2189265" y="8559799"/>
                  </a:lnTo>
                  <a:lnTo>
                    <a:pt x="2109023" y="8610599"/>
                  </a:lnTo>
                  <a:lnTo>
                    <a:pt x="2068555" y="8623299"/>
                  </a:lnTo>
                  <a:lnTo>
                    <a:pt x="2027860" y="8648699"/>
                  </a:lnTo>
                  <a:lnTo>
                    <a:pt x="1986939" y="8661399"/>
                  </a:lnTo>
                  <a:lnTo>
                    <a:pt x="1945796" y="8686799"/>
                  </a:lnTo>
                  <a:lnTo>
                    <a:pt x="1904432" y="8699499"/>
                  </a:lnTo>
                  <a:lnTo>
                    <a:pt x="1862850" y="8724899"/>
                  </a:lnTo>
                  <a:lnTo>
                    <a:pt x="1821053" y="8737599"/>
                  </a:lnTo>
                  <a:lnTo>
                    <a:pt x="1779043" y="8762999"/>
                  </a:lnTo>
                  <a:lnTo>
                    <a:pt x="1694396" y="8788399"/>
                  </a:lnTo>
                  <a:lnTo>
                    <a:pt x="1651762" y="8813799"/>
                  </a:lnTo>
                  <a:lnTo>
                    <a:pt x="1435605" y="8877299"/>
                  </a:lnTo>
                  <a:lnTo>
                    <a:pt x="1391792" y="8902699"/>
                  </a:lnTo>
                  <a:lnTo>
                    <a:pt x="1214690" y="8953499"/>
                  </a:lnTo>
                  <a:lnTo>
                    <a:pt x="1169964" y="8953499"/>
                  </a:lnTo>
                  <a:lnTo>
                    <a:pt x="943755" y="9016999"/>
                  </a:lnTo>
                  <a:lnTo>
                    <a:pt x="898015" y="9016999"/>
                  </a:lnTo>
                  <a:lnTo>
                    <a:pt x="806056" y="9042399"/>
                  </a:lnTo>
                  <a:lnTo>
                    <a:pt x="759843" y="9042399"/>
                  </a:lnTo>
                  <a:lnTo>
                    <a:pt x="713477" y="9055099"/>
                  </a:lnTo>
                  <a:lnTo>
                    <a:pt x="666961" y="9055099"/>
                  </a:lnTo>
                  <a:lnTo>
                    <a:pt x="620297" y="9067799"/>
                  </a:lnTo>
                  <a:lnTo>
                    <a:pt x="526536" y="9067799"/>
                  </a:lnTo>
                  <a:lnTo>
                    <a:pt x="479444" y="9080499"/>
                  </a:lnTo>
                  <a:lnTo>
                    <a:pt x="384849" y="9080499"/>
                  </a:lnTo>
                  <a:lnTo>
                    <a:pt x="337351" y="9093199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21"/>
            <p:cNvSpPr/>
            <p:nvPr/>
          </p:nvSpPr>
          <p:spPr>
            <a:xfrm>
              <a:off x="5036088" y="7438461"/>
              <a:ext cx="1819909" cy="1819909"/>
            </a:xfrm>
            <a:custGeom>
              <a:rect b="b" l="l" r="r" t="t"/>
              <a:pathLst>
                <a:path extrusionOk="0" h="1819909" w="1819909">
                  <a:moveTo>
                    <a:pt x="909919" y="1819838"/>
                  </a:moveTo>
                  <a:lnTo>
                    <a:pt x="865271" y="1818743"/>
                  </a:lnTo>
                  <a:lnTo>
                    <a:pt x="820732" y="1815456"/>
                  </a:lnTo>
                  <a:lnTo>
                    <a:pt x="776405" y="1809989"/>
                  </a:lnTo>
                  <a:lnTo>
                    <a:pt x="732401" y="1802353"/>
                  </a:lnTo>
                  <a:lnTo>
                    <a:pt x="688827" y="1792570"/>
                  </a:lnTo>
                  <a:lnTo>
                    <a:pt x="645784" y="1780657"/>
                  </a:lnTo>
                  <a:lnTo>
                    <a:pt x="603378" y="1766648"/>
                  </a:lnTo>
                  <a:lnTo>
                    <a:pt x="561707" y="1750575"/>
                  </a:lnTo>
                  <a:lnTo>
                    <a:pt x="520877" y="1732475"/>
                  </a:lnTo>
                  <a:lnTo>
                    <a:pt x="480987" y="1712395"/>
                  </a:lnTo>
                  <a:lnTo>
                    <a:pt x="442126" y="1690382"/>
                  </a:lnTo>
                  <a:lnTo>
                    <a:pt x="404393" y="1666488"/>
                  </a:lnTo>
                  <a:lnTo>
                    <a:pt x="367880" y="1640773"/>
                  </a:lnTo>
                  <a:lnTo>
                    <a:pt x="332672" y="1613298"/>
                  </a:lnTo>
                  <a:lnTo>
                    <a:pt x="298855" y="1584126"/>
                  </a:lnTo>
                  <a:lnTo>
                    <a:pt x="266509" y="1553330"/>
                  </a:lnTo>
                  <a:lnTo>
                    <a:pt x="235713" y="1520984"/>
                  </a:lnTo>
                  <a:lnTo>
                    <a:pt x="206542" y="1487164"/>
                  </a:lnTo>
                  <a:lnTo>
                    <a:pt x="179065" y="1451958"/>
                  </a:lnTo>
                  <a:lnTo>
                    <a:pt x="153349" y="1415445"/>
                  </a:lnTo>
                  <a:lnTo>
                    <a:pt x="129455" y="1377712"/>
                  </a:lnTo>
                  <a:lnTo>
                    <a:pt x="107442" y="1338851"/>
                  </a:lnTo>
                  <a:lnTo>
                    <a:pt x="87362" y="1298960"/>
                  </a:lnTo>
                  <a:lnTo>
                    <a:pt x="69263" y="1258130"/>
                  </a:lnTo>
                  <a:lnTo>
                    <a:pt x="53190" y="1216460"/>
                  </a:lnTo>
                  <a:lnTo>
                    <a:pt x="39180" y="1174054"/>
                  </a:lnTo>
                  <a:lnTo>
                    <a:pt x="27269" y="1131011"/>
                  </a:lnTo>
                  <a:lnTo>
                    <a:pt x="17483" y="1087437"/>
                  </a:lnTo>
                  <a:lnTo>
                    <a:pt x="9848" y="1043433"/>
                  </a:lnTo>
                  <a:lnTo>
                    <a:pt x="4381" y="999106"/>
                  </a:lnTo>
                  <a:lnTo>
                    <a:pt x="1096" y="954567"/>
                  </a:lnTo>
                  <a:lnTo>
                    <a:pt x="0" y="909919"/>
                  </a:lnTo>
                  <a:lnTo>
                    <a:pt x="68" y="898753"/>
                  </a:lnTo>
                  <a:lnTo>
                    <a:pt x="1712" y="854121"/>
                  </a:lnTo>
                  <a:lnTo>
                    <a:pt x="5544" y="809625"/>
                  </a:lnTo>
                  <a:lnTo>
                    <a:pt x="11554" y="765369"/>
                  </a:lnTo>
                  <a:lnTo>
                    <a:pt x="19729" y="721464"/>
                  </a:lnTo>
                  <a:lnTo>
                    <a:pt x="30048" y="678011"/>
                  </a:lnTo>
                  <a:lnTo>
                    <a:pt x="42487" y="635118"/>
                  </a:lnTo>
                  <a:lnTo>
                    <a:pt x="57016" y="592885"/>
                  </a:lnTo>
                  <a:lnTo>
                    <a:pt x="73600" y="551417"/>
                  </a:lnTo>
                  <a:lnTo>
                    <a:pt x="92198" y="510813"/>
                  </a:lnTo>
                  <a:lnTo>
                    <a:pt x="112766" y="471169"/>
                  </a:lnTo>
                  <a:lnTo>
                    <a:pt x="135255" y="432583"/>
                  </a:lnTo>
                  <a:lnTo>
                    <a:pt x="159610" y="395148"/>
                  </a:lnTo>
                  <a:lnTo>
                    <a:pt x="185772" y="358952"/>
                  </a:lnTo>
                  <a:lnTo>
                    <a:pt x="213679" y="324083"/>
                  </a:lnTo>
                  <a:lnTo>
                    <a:pt x="243263" y="290626"/>
                  </a:lnTo>
                  <a:lnTo>
                    <a:pt x="274453" y="258661"/>
                  </a:lnTo>
                  <a:lnTo>
                    <a:pt x="307175" y="228265"/>
                  </a:lnTo>
                  <a:lnTo>
                    <a:pt x="341348" y="199510"/>
                  </a:lnTo>
                  <a:lnTo>
                    <a:pt x="376890" y="172468"/>
                  </a:lnTo>
                  <a:lnTo>
                    <a:pt x="413717" y="147201"/>
                  </a:lnTo>
                  <a:lnTo>
                    <a:pt x="451740" y="123773"/>
                  </a:lnTo>
                  <a:lnTo>
                    <a:pt x="490867" y="102238"/>
                  </a:lnTo>
                  <a:lnTo>
                    <a:pt x="531002" y="82649"/>
                  </a:lnTo>
                  <a:lnTo>
                    <a:pt x="572050" y="65053"/>
                  </a:lnTo>
                  <a:lnTo>
                    <a:pt x="613915" y="49492"/>
                  </a:lnTo>
                  <a:lnTo>
                    <a:pt x="656489" y="36004"/>
                  </a:lnTo>
                  <a:lnTo>
                    <a:pt x="699676" y="24622"/>
                  </a:lnTo>
                  <a:lnTo>
                    <a:pt x="743367" y="15372"/>
                  </a:lnTo>
                  <a:lnTo>
                    <a:pt x="787462" y="8277"/>
                  </a:lnTo>
                  <a:lnTo>
                    <a:pt x="831851" y="3355"/>
                  </a:lnTo>
                  <a:lnTo>
                    <a:pt x="876429" y="616"/>
                  </a:lnTo>
                  <a:lnTo>
                    <a:pt x="909919" y="0"/>
                  </a:lnTo>
                  <a:lnTo>
                    <a:pt x="921085" y="68"/>
                  </a:lnTo>
                  <a:lnTo>
                    <a:pt x="965716" y="1712"/>
                  </a:lnTo>
                  <a:lnTo>
                    <a:pt x="1010212" y="5544"/>
                  </a:lnTo>
                  <a:lnTo>
                    <a:pt x="1054469" y="11554"/>
                  </a:lnTo>
                  <a:lnTo>
                    <a:pt x="1098374" y="19729"/>
                  </a:lnTo>
                  <a:lnTo>
                    <a:pt x="1141827" y="30048"/>
                  </a:lnTo>
                  <a:lnTo>
                    <a:pt x="1184720" y="42487"/>
                  </a:lnTo>
                  <a:lnTo>
                    <a:pt x="1226952" y="57016"/>
                  </a:lnTo>
                  <a:lnTo>
                    <a:pt x="1268421" y="73600"/>
                  </a:lnTo>
                  <a:lnTo>
                    <a:pt x="1309025" y="92198"/>
                  </a:lnTo>
                  <a:lnTo>
                    <a:pt x="1348667" y="112766"/>
                  </a:lnTo>
                  <a:lnTo>
                    <a:pt x="1387255" y="135255"/>
                  </a:lnTo>
                  <a:lnTo>
                    <a:pt x="1424690" y="159610"/>
                  </a:lnTo>
                  <a:lnTo>
                    <a:pt x="1460886" y="185772"/>
                  </a:lnTo>
                  <a:lnTo>
                    <a:pt x="1495754" y="213679"/>
                  </a:lnTo>
                  <a:lnTo>
                    <a:pt x="1529212" y="243263"/>
                  </a:lnTo>
                  <a:lnTo>
                    <a:pt x="1561178" y="274453"/>
                  </a:lnTo>
                  <a:lnTo>
                    <a:pt x="1591573" y="307175"/>
                  </a:lnTo>
                  <a:lnTo>
                    <a:pt x="1620328" y="341348"/>
                  </a:lnTo>
                  <a:lnTo>
                    <a:pt x="1647370" y="376890"/>
                  </a:lnTo>
                  <a:lnTo>
                    <a:pt x="1672635" y="413717"/>
                  </a:lnTo>
                  <a:lnTo>
                    <a:pt x="1696064" y="451740"/>
                  </a:lnTo>
                  <a:lnTo>
                    <a:pt x="1717599" y="490867"/>
                  </a:lnTo>
                  <a:lnTo>
                    <a:pt x="1737189" y="531002"/>
                  </a:lnTo>
                  <a:lnTo>
                    <a:pt x="1754784" y="572050"/>
                  </a:lnTo>
                  <a:lnTo>
                    <a:pt x="1770345" y="613915"/>
                  </a:lnTo>
                  <a:lnTo>
                    <a:pt x="1783834" y="656489"/>
                  </a:lnTo>
                  <a:lnTo>
                    <a:pt x="1795216" y="699676"/>
                  </a:lnTo>
                  <a:lnTo>
                    <a:pt x="1804465" y="743367"/>
                  </a:lnTo>
                  <a:lnTo>
                    <a:pt x="1811560" y="787462"/>
                  </a:lnTo>
                  <a:lnTo>
                    <a:pt x="1816483" y="831851"/>
                  </a:lnTo>
                  <a:lnTo>
                    <a:pt x="1819223" y="876429"/>
                  </a:lnTo>
                  <a:lnTo>
                    <a:pt x="1819838" y="909919"/>
                  </a:lnTo>
                  <a:lnTo>
                    <a:pt x="1819770" y="921085"/>
                  </a:lnTo>
                  <a:lnTo>
                    <a:pt x="1818126" y="965716"/>
                  </a:lnTo>
                  <a:lnTo>
                    <a:pt x="1814293" y="1010212"/>
                  </a:lnTo>
                  <a:lnTo>
                    <a:pt x="1808283" y="1054469"/>
                  </a:lnTo>
                  <a:lnTo>
                    <a:pt x="1800108" y="1098374"/>
                  </a:lnTo>
                  <a:lnTo>
                    <a:pt x="1789790" y="1141827"/>
                  </a:lnTo>
                  <a:lnTo>
                    <a:pt x="1777349" y="1184720"/>
                  </a:lnTo>
                  <a:lnTo>
                    <a:pt x="1762822" y="1226952"/>
                  </a:lnTo>
                  <a:lnTo>
                    <a:pt x="1746238" y="1268421"/>
                  </a:lnTo>
                  <a:lnTo>
                    <a:pt x="1727639" y="1309025"/>
                  </a:lnTo>
                  <a:lnTo>
                    <a:pt x="1707071" y="1348667"/>
                  </a:lnTo>
                  <a:lnTo>
                    <a:pt x="1684583" y="1387255"/>
                  </a:lnTo>
                  <a:lnTo>
                    <a:pt x="1660227" y="1424690"/>
                  </a:lnTo>
                  <a:lnTo>
                    <a:pt x="1634067" y="1460886"/>
                  </a:lnTo>
                  <a:lnTo>
                    <a:pt x="1606159" y="1495754"/>
                  </a:lnTo>
                  <a:lnTo>
                    <a:pt x="1576575" y="1529212"/>
                  </a:lnTo>
                  <a:lnTo>
                    <a:pt x="1545385" y="1561178"/>
                  </a:lnTo>
                  <a:lnTo>
                    <a:pt x="1512663" y="1591573"/>
                  </a:lnTo>
                  <a:lnTo>
                    <a:pt x="1478490" y="1620328"/>
                  </a:lnTo>
                  <a:lnTo>
                    <a:pt x="1442948" y="1647370"/>
                  </a:lnTo>
                  <a:lnTo>
                    <a:pt x="1406121" y="1672635"/>
                  </a:lnTo>
                  <a:lnTo>
                    <a:pt x="1368097" y="1696064"/>
                  </a:lnTo>
                  <a:lnTo>
                    <a:pt x="1328971" y="1717599"/>
                  </a:lnTo>
                  <a:lnTo>
                    <a:pt x="1288836" y="1737189"/>
                  </a:lnTo>
                  <a:lnTo>
                    <a:pt x="1247787" y="1754784"/>
                  </a:lnTo>
                  <a:lnTo>
                    <a:pt x="1205923" y="1770345"/>
                  </a:lnTo>
                  <a:lnTo>
                    <a:pt x="1163349" y="1783834"/>
                  </a:lnTo>
                  <a:lnTo>
                    <a:pt x="1120162" y="1795216"/>
                  </a:lnTo>
                  <a:lnTo>
                    <a:pt x="1076471" y="1804465"/>
                  </a:lnTo>
                  <a:lnTo>
                    <a:pt x="1032376" y="1811560"/>
                  </a:lnTo>
                  <a:lnTo>
                    <a:pt x="987987" y="1816483"/>
                  </a:lnTo>
                  <a:lnTo>
                    <a:pt x="943409" y="1819223"/>
                  </a:lnTo>
                  <a:lnTo>
                    <a:pt x="909919" y="1819838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4" name="Google Shape;584;p21"/>
          <p:cNvSpPr txBox="1"/>
          <p:nvPr>
            <p:ph type="title"/>
          </p:nvPr>
        </p:nvSpPr>
        <p:spPr>
          <a:xfrm>
            <a:off x="4456075" y="150825"/>
            <a:ext cx="48339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175">
            <a:spAutoFit/>
          </a:bodyPr>
          <a:lstStyle/>
          <a:p>
            <a:pPr indent="0" lvl="0" marL="12700" marR="0" rtl="0" algn="l">
              <a:lnSpc>
                <a:spcPct val="119844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200">
                <a:solidFill>
                  <a:srgbClr val="262626"/>
                </a:solidFill>
              </a:rPr>
              <a:t>Remark on Assumptions</a:t>
            </a:r>
            <a:endParaRPr sz="3200"/>
          </a:p>
        </p:txBody>
      </p:sp>
      <p:sp>
        <p:nvSpPr>
          <p:cNvPr id="585" name="Google Shape;585;p21"/>
          <p:cNvSpPr txBox="1"/>
          <p:nvPr/>
        </p:nvSpPr>
        <p:spPr>
          <a:xfrm>
            <a:off x="4428775" y="835825"/>
            <a:ext cx="4618200" cy="3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-2032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●"/>
            </a:pPr>
            <a:r>
              <a:rPr b="0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On real dataset, it is QUITE RARE all of those 4 assumptions are met</a:t>
            </a:r>
            <a:br>
              <a:rPr b="0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●"/>
            </a:pPr>
            <a:r>
              <a:rPr b="0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It is the reason why linear regression is usually </a:t>
            </a:r>
            <a:r>
              <a:rPr b="0" i="0" lang="id" sz="1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underperformed</a:t>
            </a:r>
            <a:r>
              <a:rPr b="0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 on real world data</a:t>
            </a:r>
            <a:br>
              <a:rPr b="0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032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●"/>
            </a:pPr>
            <a:r>
              <a:rPr b="0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Nevertheless, </a:t>
            </a:r>
            <a:r>
              <a:rPr b="1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just carry on!</a:t>
            </a:r>
            <a:r>
              <a:rPr b="0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 Real benefits of linear regression:</a:t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○"/>
            </a:pPr>
            <a:r>
              <a:rPr b="0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As a baseline model</a:t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Trebuchet MS"/>
              <a:buChar char="○"/>
            </a:pPr>
            <a:r>
              <a:rPr b="0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Highly interpretable model</a:t>
            </a:r>
            <a:endParaRPr b="0" i="0" sz="1400" u="none" cap="none" strike="noStrike"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brp yang terpenuhi? lihat persentase error?  acceptable?</a:t>
            </a:r>
            <a:endParaRPr>
              <a:solidFill>
                <a:srgbClr val="2626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6" name="Google Shape;586;p21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6200" y="152400"/>
            <a:ext cx="645160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3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Essential rule in ML modelling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7" name="Google Shape;597;p23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8" name="Google Shape;598;p23"/>
          <p:cNvPicPr preferRelativeResize="0"/>
          <p:nvPr/>
        </p:nvPicPr>
        <p:blipFill rotWithShape="1">
          <a:blip r:embed="rId4">
            <a:alphaModFix/>
          </a:blip>
          <a:srcRect b="76160" l="9550" r="0" t="2883"/>
          <a:stretch/>
        </p:blipFill>
        <p:spPr>
          <a:xfrm>
            <a:off x="1780539" y="1984125"/>
            <a:ext cx="5582924" cy="89515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23"/>
          <p:cNvSpPr txBox="1"/>
          <p:nvPr/>
        </p:nvSpPr>
        <p:spPr>
          <a:xfrm>
            <a:off x="506800" y="1100175"/>
            <a:ext cx="7202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are NOT allowed to use ALL of our data to train our model 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Instead, we need to dedicate some portion of our data to become test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0" name="Google Shape;60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7100" y="2931925"/>
            <a:ext cx="2062604" cy="205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4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Essential rule in ML modelling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6" name="Google Shape;606;p24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7" name="Google Shape;607;p24"/>
          <p:cNvPicPr preferRelativeResize="0"/>
          <p:nvPr/>
        </p:nvPicPr>
        <p:blipFill rotWithShape="1">
          <a:blip r:embed="rId4">
            <a:alphaModFix/>
          </a:blip>
          <a:srcRect b="76160" l="9550" r="0" t="2883"/>
          <a:stretch/>
        </p:blipFill>
        <p:spPr>
          <a:xfrm>
            <a:off x="1780539" y="1984125"/>
            <a:ext cx="5582924" cy="89515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24"/>
          <p:cNvSpPr txBox="1"/>
          <p:nvPr/>
        </p:nvSpPr>
        <p:spPr>
          <a:xfrm>
            <a:off x="506800" y="1100175"/>
            <a:ext cx="72027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are NOT allowed to use ALL of our data to train our model 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Instead, we need to dedicate some portion of our data to become test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Because we want our ML model to generalize well on new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I.e. perform well on unseen data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data is meant to mimic the unseen data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oogle Shape;613;p25"/>
          <p:cNvGrpSpPr/>
          <p:nvPr/>
        </p:nvGrpSpPr>
        <p:grpSpPr>
          <a:xfrm>
            <a:off x="0" y="2"/>
            <a:ext cx="9144000" cy="2081215"/>
            <a:chOff x="0" y="5"/>
            <a:chExt cx="18288000" cy="4162430"/>
          </a:xfrm>
        </p:grpSpPr>
        <p:sp>
          <p:nvSpPr>
            <p:cNvPr id="614" name="Google Shape;614;p25"/>
            <p:cNvSpPr/>
            <p:nvPr/>
          </p:nvSpPr>
          <p:spPr>
            <a:xfrm>
              <a:off x="0" y="5"/>
              <a:ext cx="18288000" cy="4162425"/>
            </a:xfrm>
            <a:custGeom>
              <a:rect b="b" l="l" r="r" t="t"/>
              <a:pathLst>
                <a:path extrusionOk="0" h="4162425" w="18288000">
                  <a:moveTo>
                    <a:pt x="18288000" y="4162425"/>
                  </a:moveTo>
                  <a:lnTo>
                    <a:pt x="0" y="4162425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4162425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25"/>
            <p:cNvSpPr/>
            <p:nvPr/>
          </p:nvSpPr>
          <p:spPr>
            <a:xfrm>
              <a:off x="14123883" y="10"/>
              <a:ext cx="4162425" cy="4162425"/>
            </a:xfrm>
            <a:custGeom>
              <a:rect b="b" l="l" r="r" t="t"/>
              <a:pathLst>
                <a:path extrusionOk="0" h="4162425" w="4162425">
                  <a:moveTo>
                    <a:pt x="1853526" y="4162411"/>
                  </a:moveTo>
                  <a:lnTo>
                    <a:pt x="0" y="4162411"/>
                  </a:lnTo>
                  <a:lnTo>
                    <a:pt x="276" y="4113909"/>
                  </a:lnTo>
                  <a:lnTo>
                    <a:pt x="1105" y="4065539"/>
                  </a:lnTo>
                  <a:lnTo>
                    <a:pt x="2481" y="4017305"/>
                  </a:lnTo>
                  <a:lnTo>
                    <a:pt x="4404" y="3969210"/>
                  </a:lnTo>
                  <a:lnTo>
                    <a:pt x="6869" y="3921256"/>
                  </a:lnTo>
                  <a:lnTo>
                    <a:pt x="9873" y="3873446"/>
                  </a:lnTo>
                  <a:lnTo>
                    <a:pt x="13414" y="3825784"/>
                  </a:lnTo>
                  <a:lnTo>
                    <a:pt x="17489" y="3778273"/>
                  </a:lnTo>
                  <a:lnTo>
                    <a:pt x="22094" y="3730914"/>
                  </a:lnTo>
                  <a:lnTo>
                    <a:pt x="27227" y="3683713"/>
                  </a:lnTo>
                  <a:lnTo>
                    <a:pt x="32884" y="3636671"/>
                  </a:lnTo>
                  <a:lnTo>
                    <a:pt x="39063" y="3589791"/>
                  </a:lnTo>
                  <a:lnTo>
                    <a:pt x="45761" y="3543077"/>
                  </a:lnTo>
                  <a:lnTo>
                    <a:pt x="52974" y="3496531"/>
                  </a:lnTo>
                  <a:lnTo>
                    <a:pt x="60700" y="3450156"/>
                  </a:lnTo>
                  <a:lnTo>
                    <a:pt x="68935" y="3403956"/>
                  </a:lnTo>
                  <a:lnTo>
                    <a:pt x="77677" y="3357934"/>
                  </a:lnTo>
                  <a:lnTo>
                    <a:pt x="86923" y="3312091"/>
                  </a:lnTo>
                  <a:lnTo>
                    <a:pt x="96670" y="3266433"/>
                  </a:lnTo>
                  <a:lnTo>
                    <a:pt x="106914" y="3220960"/>
                  </a:lnTo>
                  <a:lnTo>
                    <a:pt x="117652" y="3175677"/>
                  </a:lnTo>
                  <a:lnTo>
                    <a:pt x="128883" y="3130587"/>
                  </a:lnTo>
                  <a:lnTo>
                    <a:pt x="140602" y="3085691"/>
                  </a:lnTo>
                  <a:lnTo>
                    <a:pt x="152806" y="3040994"/>
                  </a:lnTo>
                  <a:lnTo>
                    <a:pt x="165494" y="2996499"/>
                  </a:lnTo>
                  <a:lnTo>
                    <a:pt x="178661" y="2952208"/>
                  </a:lnTo>
                  <a:lnTo>
                    <a:pt x="192305" y="2908124"/>
                  </a:lnTo>
                  <a:lnTo>
                    <a:pt x="206422" y="2864250"/>
                  </a:lnTo>
                  <a:lnTo>
                    <a:pt x="221011" y="2820590"/>
                  </a:lnTo>
                  <a:lnTo>
                    <a:pt x="236067" y="2777146"/>
                  </a:lnTo>
                  <a:lnTo>
                    <a:pt x="251587" y="2733922"/>
                  </a:lnTo>
                  <a:lnTo>
                    <a:pt x="267570" y="2690919"/>
                  </a:lnTo>
                  <a:lnTo>
                    <a:pt x="284011" y="2648142"/>
                  </a:lnTo>
                  <a:lnTo>
                    <a:pt x="300908" y="2605594"/>
                  </a:lnTo>
                  <a:lnTo>
                    <a:pt x="318258" y="2563276"/>
                  </a:lnTo>
                  <a:lnTo>
                    <a:pt x="336057" y="2521193"/>
                  </a:lnTo>
                  <a:lnTo>
                    <a:pt x="354304" y="2479347"/>
                  </a:lnTo>
                  <a:lnTo>
                    <a:pt x="372994" y="2437742"/>
                  </a:lnTo>
                  <a:lnTo>
                    <a:pt x="392125" y="2396380"/>
                  </a:lnTo>
                  <a:lnTo>
                    <a:pt x="411693" y="2355263"/>
                  </a:lnTo>
                  <a:lnTo>
                    <a:pt x="431697" y="2314397"/>
                  </a:lnTo>
                  <a:lnTo>
                    <a:pt x="452132" y="2273782"/>
                  </a:lnTo>
                  <a:lnTo>
                    <a:pt x="472996" y="2233423"/>
                  </a:lnTo>
                  <a:lnTo>
                    <a:pt x="494286" y="2193322"/>
                  </a:lnTo>
                  <a:lnTo>
                    <a:pt x="515999" y="2153482"/>
                  </a:lnTo>
                  <a:lnTo>
                    <a:pt x="538132" y="2113906"/>
                  </a:lnTo>
                  <a:lnTo>
                    <a:pt x="560681" y="2074597"/>
                  </a:lnTo>
                  <a:lnTo>
                    <a:pt x="583644" y="2035559"/>
                  </a:lnTo>
                  <a:lnTo>
                    <a:pt x="607018" y="1996794"/>
                  </a:lnTo>
                  <a:lnTo>
                    <a:pt x="630800" y="1958305"/>
                  </a:lnTo>
                  <a:lnTo>
                    <a:pt x="654987" y="1920095"/>
                  </a:lnTo>
                  <a:lnTo>
                    <a:pt x="679576" y="1882168"/>
                  </a:lnTo>
                  <a:lnTo>
                    <a:pt x="704564" y="1844525"/>
                  </a:lnTo>
                  <a:lnTo>
                    <a:pt x="729947" y="1807171"/>
                  </a:lnTo>
                  <a:lnTo>
                    <a:pt x="755724" y="1770108"/>
                  </a:lnTo>
                  <a:lnTo>
                    <a:pt x="781890" y="1733339"/>
                  </a:lnTo>
                  <a:lnTo>
                    <a:pt x="808444" y="1696867"/>
                  </a:lnTo>
                  <a:lnTo>
                    <a:pt x="835381" y="1660695"/>
                  </a:lnTo>
                  <a:lnTo>
                    <a:pt x="862699" y="1624827"/>
                  </a:lnTo>
                  <a:lnTo>
                    <a:pt x="890395" y="1589264"/>
                  </a:lnTo>
                  <a:lnTo>
                    <a:pt x="918466" y="1554011"/>
                  </a:lnTo>
                  <a:lnTo>
                    <a:pt x="946909" y="1519069"/>
                  </a:lnTo>
                  <a:lnTo>
                    <a:pt x="975721" y="1484443"/>
                  </a:lnTo>
                  <a:lnTo>
                    <a:pt x="1004899" y="1450135"/>
                  </a:lnTo>
                  <a:lnTo>
                    <a:pt x="1034440" y="1416148"/>
                  </a:lnTo>
                  <a:lnTo>
                    <a:pt x="1064341" y="1382485"/>
                  </a:lnTo>
                  <a:lnTo>
                    <a:pt x="1094599" y="1349149"/>
                  </a:lnTo>
                  <a:lnTo>
                    <a:pt x="1125211" y="1316143"/>
                  </a:lnTo>
                  <a:lnTo>
                    <a:pt x="1156174" y="1283470"/>
                  </a:lnTo>
                  <a:lnTo>
                    <a:pt x="1187484" y="1251133"/>
                  </a:lnTo>
                  <a:lnTo>
                    <a:pt x="1219140" y="1219135"/>
                  </a:lnTo>
                  <a:lnTo>
                    <a:pt x="1251138" y="1187479"/>
                  </a:lnTo>
                  <a:lnTo>
                    <a:pt x="1283475" y="1156169"/>
                  </a:lnTo>
                  <a:lnTo>
                    <a:pt x="1316148" y="1125206"/>
                  </a:lnTo>
                  <a:lnTo>
                    <a:pt x="1349154" y="1094594"/>
                  </a:lnTo>
                  <a:lnTo>
                    <a:pt x="1382490" y="1064336"/>
                  </a:lnTo>
                  <a:lnTo>
                    <a:pt x="1416153" y="1034435"/>
                  </a:lnTo>
                  <a:lnTo>
                    <a:pt x="1450141" y="1004895"/>
                  </a:lnTo>
                  <a:lnTo>
                    <a:pt x="1484449" y="975717"/>
                  </a:lnTo>
                  <a:lnTo>
                    <a:pt x="1519075" y="946905"/>
                  </a:lnTo>
                  <a:lnTo>
                    <a:pt x="1554017" y="918462"/>
                  </a:lnTo>
                  <a:lnTo>
                    <a:pt x="1589270" y="890391"/>
                  </a:lnTo>
                  <a:lnTo>
                    <a:pt x="1624833" y="862695"/>
                  </a:lnTo>
                  <a:lnTo>
                    <a:pt x="1660702" y="835377"/>
                  </a:lnTo>
                  <a:lnTo>
                    <a:pt x="1696874" y="808440"/>
                  </a:lnTo>
                  <a:lnTo>
                    <a:pt x="1733346" y="781887"/>
                  </a:lnTo>
                  <a:lnTo>
                    <a:pt x="1770115" y="755720"/>
                  </a:lnTo>
                  <a:lnTo>
                    <a:pt x="1807178" y="729944"/>
                  </a:lnTo>
                  <a:lnTo>
                    <a:pt x="1844532" y="704561"/>
                  </a:lnTo>
                  <a:lnTo>
                    <a:pt x="1882175" y="679573"/>
                  </a:lnTo>
                  <a:lnTo>
                    <a:pt x="1920103" y="654984"/>
                  </a:lnTo>
                  <a:lnTo>
                    <a:pt x="1958313" y="630798"/>
                  </a:lnTo>
                  <a:lnTo>
                    <a:pt x="1996802" y="607016"/>
                  </a:lnTo>
                  <a:lnTo>
                    <a:pt x="2035567" y="583642"/>
                  </a:lnTo>
                  <a:lnTo>
                    <a:pt x="2074605" y="560678"/>
                  </a:lnTo>
                  <a:lnTo>
                    <a:pt x="2113914" y="538129"/>
                  </a:lnTo>
                  <a:lnTo>
                    <a:pt x="2153490" y="515996"/>
                  </a:lnTo>
                  <a:lnTo>
                    <a:pt x="2193330" y="494284"/>
                  </a:lnTo>
                  <a:lnTo>
                    <a:pt x="2233431" y="472994"/>
                  </a:lnTo>
                  <a:lnTo>
                    <a:pt x="2273790" y="452130"/>
                  </a:lnTo>
                  <a:lnTo>
                    <a:pt x="2314405" y="431695"/>
                  </a:lnTo>
                  <a:lnTo>
                    <a:pt x="2355272" y="411691"/>
                  </a:lnTo>
                  <a:lnTo>
                    <a:pt x="2396388" y="392123"/>
                  </a:lnTo>
                  <a:lnTo>
                    <a:pt x="2437750" y="372992"/>
                  </a:lnTo>
                  <a:lnTo>
                    <a:pt x="2479356" y="354302"/>
                  </a:lnTo>
                  <a:lnTo>
                    <a:pt x="2521202" y="336056"/>
                  </a:lnTo>
                  <a:lnTo>
                    <a:pt x="2563285" y="318256"/>
                  </a:lnTo>
                  <a:lnTo>
                    <a:pt x="2605603" y="300907"/>
                  </a:lnTo>
                  <a:lnTo>
                    <a:pt x="2648151" y="284010"/>
                  </a:lnTo>
                  <a:lnTo>
                    <a:pt x="2690928" y="267569"/>
                  </a:lnTo>
                  <a:lnTo>
                    <a:pt x="2733931" y="251586"/>
                  </a:lnTo>
                  <a:lnTo>
                    <a:pt x="2777155" y="236066"/>
                  </a:lnTo>
                  <a:lnTo>
                    <a:pt x="2820599" y="221010"/>
                  </a:lnTo>
                  <a:lnTo>
                    <a:pt x="2864260" y="206421"/>
                  </a:lnTo>
                  <a:lnTo>
                    <a:pt x="2908133" y="192304"/>
                  </a:lnTo>
                  <a:lnTo>
                    <a:pt x="2952217" y="178660"/>
                  </a:lnTo>
                  <a:lnTo>
                    <a:pt x="2996508" y="165493"/>
                  </a:lnTo>
                  <a:lnTo>
                    <a:pt x="3041004" y="152806"/>
                  </a:lnTo>
                  <a:lnTo>
                    <a:pt x="3085701" y="140601"/>
                  </a:lnTo>
                  <a:lnTo>
                    <a:pt x="3130596" y="128882"/>
                  </a:lnTo>
                  <a:lnTo>
                    <a:pt x="3175687" y="117652"/>
                  </a:lnTo>
                  <a:lnTo>
                    <a:pt x="3220970" y="106913"/>
                  </a:lnTo>
                  <a:lnTo>
                    <a:pt x="3266443" y="96669"/>
                  </a:lnTo>
                  <a:lnTo>
                    <a:pt x="3312101" y="86923"/>
                  </a:lnTo>
                  <a:lnTo>
                    <a:pt x="3357944" y="77677"/>
                  </a:lnTo>
                  <a:lnTo>
                    <a:pt x="3403966" y="68935"/>
                  </a:lnTo>
                  <a:lnTo>
                    <a:pt x="3450166" y="60700"/>
                  </a:lnTo>
                  <a:lnTo>
                    <a:pt x="3496541" y="52974"/>
                  </a:lnTo>
                  <a:lnTo>
                    <a:pt x="3543087" y="45761"/>
                  </a:lnTo>
                  <a:lnTo>
                    <a:pt x="3589801" y="39063"/>
                  </a:lnTo>
                  <a:lnTo>
                    <a:pt x="3636681" y="32884"/>
                  </a:lnTo>
                  <a:lnTo>
                    <a:pt x="3683723" y="27227"/>
                  </a:lnTo>
                  <a:lnTo>
                    <a:pt x="3730925" y="22094"/>
                  </a:lnTo>
                  <a:lnTo>
                    <a:pt x="3778283" y="17489"/>
                  </a:lnTo>
                  <a:lnTo>
                    <a:pt x="3825794" y="13414"/>
                  </a:lnTo>
                  <a:lnTo>
                    <a:pt x="3873457" y="9873"/>
                  </a:lnTo>
                  <a:lnTo>
                    <a:pt x="3921266" y="6869"/>
                  </a:lnTo>
                  <a:lnTo>
                    <a:pt x="3969220" y="4404"/>
                  </a:lnTo>
                  <a:lnTo>
                    <a:pt x="4017316" y="2481"/>
                  </a:lnTo>
                  <a:lnTo>
                    <a:pt x="4065550" y="1105"/>
                  </a:lnTo>
                  <a:lnTo>
                    <a:pt x="4113919" y="276"/>
                  </a:lnTo>
                  <a:lnTo>
                    <a:pt x="4162421" y="0"/>
                  </a:lnTo>
                  <a:lnTo>
                    <a:pt x="4162421" y="1853505"/>
                  </a:lnTo>
                  <a:lnTo>
                    <a:pt x="4114115" y="1854000"/>
                  </a:lnTo>
                  <a:lnTo>
                    <a:pt x="4066051" y="1855480"/>
                  </a:lnTo>
                  <a:lnTo>
                    <a:pt x="4018238" y="1857934"/>
                  </a:lnTo>
                  <a:lnTo>
                    <a:pt x="3970686" y="1861353"/>
                  </a:lnTo>
                  <a:lnTo>
                    <a:pt x="3923405" y="1865727"/>
                  </a:lnTo>
                  <a:lnTo>
                    <a:pt x="3876404" y="1871047"/>
                  </a:lnTo>
                  <a:lnTo>
                    <a:pt x="3829693" y="1877303"/>
                  </a:lnTo>
                  <a:lnTo>
                    <a:pt x="3783282" y="1884485"/>
                  </a:lnTo>
                  <a:lnTo>
                    <a:pt x="3737179" y="1892583"/>
                  </a:lnTo>
                  <a:lnTo>
                    <a:pt x="3691396" y="1901589"/>
                  </a:lnTo>
                  <a:lnTo>
                    <a:pt x="3645941" y="1911492"/>
                  </a:lnTo>
                  <a:lnTo>
                    <a:pt x="3600825" y="1922283"/>
                  </a:lnTo>
                  <a:lnTo>
                    <a:pt x="3556056" y="1933952"/>
                  </a:lnTo>
                  <a:lnTo>
                    <a:pt x="3511645" y="1946490"/>
                  </a:lnTo>
                  <a:lnTo>
                    <a:pt x="3467600" y="1959886"/>
                  </a:lnTo>
                  <a:lnTo>
                    <a:pt x="3423933" y="1974132"/>
                  </a:lnTo>
                  <a:lnTo>
                    <a:pt x="3380652" y="1989217"/>
                  </a:lnTo>
                  <a:lnTo>
                    <a:pt x="3337766" y="2005132"/>
                  </a:lnTo>
                  <a:lnTo>
                    <a:pt x="3295287" y="2021867"/>
                  </a:lnTo>
                  <a:lnTo>
                    <a:pt x="3253223" y="2039413"/>
                  </a:lnTo>
                  <a:lnTo>
                    <a:pt x="3211583" y="2057760"/>
                  </a:lnTo>
                  <a:lnTo>
                    <a:pt x="3170379" y="2076898"/>
                  </a:lnTo>
                  <a:lnTo>
                    <a:pt x="3129618" y="2096818"/>
                  </a:lnTo>
                  <a:lnTo>
                    <a:pt x="3089312" y="2117510"/>
                  </a:lnTo>
                  <a:lnTo>
                    <a:pt x="3049468" y="2138964"/>
                  </a:lnTo>
                  <a:lnTo>
                    <a:pt x="3010098" y="2161172"/>
                  </a:lnTo>
                  <a:lnTo>
                    <a:pt x="2971211" y="2184122"/>
                  </a:lnTo>
                  <a:lnTo>
                    <a:pt x="2932817" y="2207806"/>
                  </a:lnTo>
                  <a:lnTo>
                    <a:pt x="2894924" y="2232213"/>
                  </a:lnTo>
                  <a:lnTo>
                    <a:pt x="2857543" y="2257335"/>
                  </a:lnTo>
                  <a:lnTo>
                    <a:pt x="2820683" y="2283161"/>
                  </a:lnTo>
                  <a:lnTo>
                    <a:pt x="2784355" y="2309683"/>
                  </a:lnTo>
                  <a:lnTo>
                    <a:pt x="2748567" y="2336889"/>
                  </a:lnTo>
                  <a:lnTo>
                    <a:pt x="2713329" y="2364772"/>
                  </a:lnTo>
                  <a:lnTo>
                    <a:pt x="2678652" y="2393320"/>
                  </a:lnTo>
                  <a:lnTo>
                    <a:pt x="2644543" y="2422524"/>
                  </a:lnTo>
                  <a:lnTo>
                    <a:pt x="2611014" y="2452376"/>
                  </a:lnTo>
                  <a:lnTo>
                    <a:pt x="2578074" y="2482864"/>
                  </a:lnTo>
                  <a:lnTo>
                    <a:pt x="2545733" y="2513980"/>
                  </a:lnTo>
                  <a:lnTo>
                    <a:pt x="2513999" y="2545713"/>
                  </a:lnTo>
                  <a:lnTo>
                    <a:pt x="2482884" y="2578055"/>
                  </a:lnTo>
                  <a:lnTo>
                    <a:pt x="2452395" y="2610995"/>
                  </a:lnTo>
                  <a:lnTo>
                    <a:pt x="2422544" y="2644524"/>
                  </a:lnTo>
                  <a:lnTo>
                    <a:pt x="2393340" y="2678633"/>
                  </a:lnTo>
                  <a:lnTo>
                    <a:pt x="2364792" y="2713310"/>
                  </a:lnTo>
                  <a:lnTo>
                    <a:pt x="2336909" y="2748548"/>
                  </a:lnTo>
                  <a:lnTo>
                    <a:pt x="2309703" y="2784336"/>
                  </a:lnTo>
                  <a:lnTo>
                    <a:pt x="2283182" y="2820665"/>
                  </a:lnTo>
                  <a:lnTo>
                    <a:pt x="2257355" y="2857525"/>
                  </a:lnTo>
                  <a:lnTo>
                    <a:pt x="2232234" y="2894906"/>
                  </a:lnTo>
                  <a:lnTo>
                    <a:pt x="2207826" y="2932799"/>
                  </a:lnTo>
                  <a:lnTo>
                    <a:pt x="2184142" y="2971193"/>
                  </a:lnTo>
                  <a:lnTo>
                    <a:pt x="2161192" y="3010081"/>
                  </a:lnTo>
                  <a:lnTo>
                    <a:pt x="2138985" y="3049451"/>
                  </a:lnTo>
                  <a:lnTo>
                    <a:pt x="2117531" y="3089294"/>
                  </a:lnTo>
                  <a:lnTo>
                    <a:pt x="2096839" y="3129601"/>
                  </a:lnTo>
                  <a:lnTo>
                    <a:pt x="2076919" y="3170362"/>
                  </a:lnTo>
                  <a:lnTo>
                    <a:pt x="2057781" y="3211567"/>
                  </a:lnTo>
                  <a:lnTo>
                    <a:pt x="2039434" y="3253206"/>
                  </a:lnTo>
                  <a:lnTo>
                    <a:pt x="2021888" y="3295271"/>
                  </a:lnTo>
                  <a:lnTo>
                    <a:pt x="2005153" y="3337750"/>
                  </a:lnTo>
                  <a:lnTo>
                    <a:pt x="1989238" y="3380636"/>
                  </a:lnTo>
                  <a:lnTo>
                    <a:pt x="1974152" y="3423917"/>
                  </a:lnTo>
                  <a:lnTo>
                    <a:pt x="1959907" y="3467585"/>
                  </a:lnTo>
                  <a:lnTo>
                    <a:pt x="1946511" y="3511629"/>
                  </a:lnTo>
                  <a:lnTo>
                    <a:pt x="1933973" y="3556041"/>
                  </a:lnTo>
                  <a:lnTo>
                    <a:pt x="1922304" y="3600810"/>
                  </a:lnTo>
                  <a:lnTo>
                    <a:pt x="1911513" y="3645927"/>
                  </a:lnTo>
                  <a:lnTo>
                    <a:pt x="1901610" y="3691382"/>
                  </a:lnTo>
                  <a:lnTo>
                    <a:pt x="1892604" y="3737166"/>
                  </a:lnTo>
                  <a:lnTo>
                    <a:pt x="1884505" y="3783268"/>
                  </a:lnTo>
                  <a:lnTo>
                    <a:pt x="1877323" y="3829680"/>
                  </a:lnTo>
                  <a:lnTo>
                    <a:pt x="1871068" y="3876391"/>
                  </a:lnTo>
                  <a:lnTo>
                    <a:pt x="1865748" y="3923393"/>
                  </a:lnTo>
                  <a:lnTo>
                    <a:pt x="1861374" y="3970674"/>
                  </a:lnTo>
                  <a:lnTo>
                    <a:pt x="1857955" y="4018226"/>
                  </a:lnTo>
                  <a:lnTo>
                    <a:pt x="1855501" y="4066040"/>
                  </a:lnTo>
                  <a:lnTo>
                    <a:pt x="1854021" y="4114105"/>
                  </a:lnTo>
                  <a:lnTo>
                    <a:pt x="1853526" y="4162411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6" name="Google Shape;616;p25"/>
          <p:cNvSpPr txBox="1"/>
          <p:nvPr>
            <p:ph type="title"/>
          </p:nvPr>
        </p:nvSpPr>
        <p:spPr>
          <a:xfrm>
            <a:off x="508000" y="640675"/>
            <a:ext cx="55050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400">
                <a:latin typeface="Georgia"/>
                <a:ea typeface="Georgia"/>
                <a:cs typeface="Georgia"/>
                <a:sym typeface="Georgia"/>
              </a:rPr>
              <a:t>Linear Regression with Python</a:t>
            </a:r>
            <a:endParaRPr sz="4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7" name="Google Shape;617;p25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5"/>
          <p:cNvSpPr txBox="1"/>
          <p:nvPr/>
        </p:nvSpPr>
        <p:spPr>
          <a:xfrm>
            <a:off x="421525" y="2142375"/>
            <a:ext cx="72024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level steps: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 data: training-testing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 as numpy arrays (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X_train, y_train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X_test, y_test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and train the model on the training data: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model: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linreg = LinearRegression()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model: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linreg.fit(X_train, y_train)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 and pre-evaluate the model (model diagnostic)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the trained model to predict test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Char char="■"/>
            </a:pPr>
            <a:r>
              <a:rPr b="0" i="0" lang="id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linreg.predict(X_test)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the 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various regression metrics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6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Example: Simple Linear Regression 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4" name="Google Shape;624;p26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Regression with only 1 predictor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5" name="Google Shape;625;p26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6"/>
          <p:cNvSpPr txBox="1"/>
          <p:nvPr/>
        </p:nvSpPr>
        <p:spPr>
          <a:xfrm>
            <a:off x="421525" y="1532775"/>
            <a:ext cx="83208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will use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faithful.csv 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eruptions: </a:t>
            </a:r>
            <a:r>
              <a:rPr b="0" i="0" lang="id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Eruption time (in mins)</a:t>
            </a:r>
            <a:endParaRPr b="0" i="0" sz="14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waiting: 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Waiting time to next eruption (in mins)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br>
              <a:rPr b="0" i="0" lang="id" sz="14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</a:br>
            <a:endParaRPr b="0" i="0" sz="14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regress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eruptions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using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waiting</a:t>
            </a:r>
            <a:br>
              <a:rPr b="0" i="0" lang="id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faithful.head()</a:t>
            </a:r>
            <a:br>
              <a:rPr b="0" i="0" lang="id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14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pic>
        <p:nvPicPr>
          <p:cNvPr id="627" name="Google Shape;62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2450" y="1532775"/>
            <a:ext cx="2673350" cy="24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7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Example: Simple Linear Regression 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3" name="Google Shape;633;p27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Splitting data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4" name="Google Shape;634;p27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5" name="Google Shape;63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300" y="1770650"/>
            <a:ext cx="5927425" cy="2488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6" name="Google Shape;636;p27"/>
          <p:cNvCxnSpPr>
            <a:endCxn id="637" idx="1"/>
          </p:cNvCxnSpPr>
          <p:nvPr/>
        </p:nvCxnSpPr>
        <p:spPr>
          <a:xfrm>
            <a:off x="6328360" y="3250066"/>
            <a:ext cx="75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37" name="Google Shape;637;p27"/>
          <p:cNvSpPr txBox="1"/>
          <p:nvPr/>
        </p:nvSpPr>
        <p:spPr>
          <a:xfrm>
            <a:off x="7083460" y="3065416"/>
            <a:ext cx="205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use 80:20 split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8" name="Google Shape;638;p27"/>
          <p:cNvCxnSpPr>
            <a:endCxn id="639" idx="1"/>
          </p:cNvCxnSpPr>
          <p:nvPr/>
        </p:nvCxnSpPr>
        <p:spPr>
          <a:xfrm>
            <a:off x="6497560" y="3430675"/>
            <a:ext cx="58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39" name="Google Shape;639;p27"/>
          <p:cNvSpPr txBox="1"/>
          <p:nvPr/>
        </p:nvSpPr>
        <p:spPr>
          <a:xfrm>
            <a:off x="7083460" y="3246025"/>
            <a:ext cx="205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reproducibility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8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Example: Simple Linear Regression 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5" name="Google Shape;645;p28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Model Training and Obtained Coefficients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6" name="Google Shape;646;p28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8"/>
          <p:cNvSpPr txBox="1"/>
          <p:nvPr/>
        </p:nvSpPr>
        <p:spPr>
          <a:xfrm>
            <a:off x="4883068" y="3387699"/>
            <a:ext cx="3127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d" sz="11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eruptions = -1.939 + 0.076 waiting</a:t>
            </a:r>
            <a:endParaRPr b="0" i="0" sz="11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d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-1.939: when waiting is 0, the expected value of eruptions is -1.939</a:t>
            </a:r>
            <a:br>
              <a:rPr b="0" i="0" lang="id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999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d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0.076: an increase of 1 on waiting time  is associated with an increase of 0.076 on eruptions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8" name="Google Shape;64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00" y="1554373"/>
            <a:ext cx="4972300" cy="169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8000" y="3399725"/>
            <a:ext cx="2830850" cy="123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28"/>
          <p:cNvSpPr/>
          <p:nvPr/>
        </p:nvSpPr>
        <p:spPr>
          <a:xfrm>
            <a:off x="3767763" y="3806825"/>
            <a:ext cx="686400" cy="53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9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Residual Plot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6" name="Google Shape;656;p29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To check three assumptions of linear regression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7" name="Google Shape;657;p29"/>
          <p:cNvSpPr/>
          <p:nvPr/>
        </p:nvSpPr>
        <p:spPr>
          <a:xfrm>
            <a:off x="8549108" y="45627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9"/>
          <p:cNvSpPr txBox="1"/>
          <p:nvPr/>
        </p:nvSpPr>
        <p:spPr>
          <a:xfrm>
            <a:off x="421525" y="1532775"/>
            <a:ext cx="4555500" cy="4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model with 1 predictor (feature):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x-axis = feature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y-axis = residual value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Assumptions to check via residual plot: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relationship </a:t>
            </a:r>
            <a:r>
              <a:rPr b="0" i="0" lang="id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✔️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Constant variance ❌ (look at </a:t>
            </a:r>
            <a:r>
              <a:rPr b="0" i="0" lang="id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curves)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Independent observations ❌ (look at </a:t>
            </a:r>
            <a:r>
              <a:rPr b="0" i="0" lang="id" sz="1400" u="none" cap="none" strike="noStrike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rPr>
              <a:t>blue</a:t>
            </a: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lines)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9" name="Google Shape;659;p29"/>
          <p:cNvPicPr preferRelativeResize="0"/>
          <p:nvPr/>
        </p:nvPicPr>
        <p:blipFill rotWithShape="1">
          <a:blip r:embed="rId4">
            <a:alphaModFix/>
          </a:blip>
          <a:srcRect b="74425" l="0" r="0" t="0"/>
          <a:stretch/>
        </p:blipFill>
        <p:spPr>
          <a:xfrm>
            <a:off x="4188175" y="1556475"/>
            <a:ext cx="4683300" cy="88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7025" y="2494063"/>
            <a:ext cx="2998775" cy="21269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1" name="Google Shape;661;p29"/>
          <p:cNvCxnSpPr/>
          <p:nvPr/>
        </p:nvCxnSpPr>
        <p:spPr>
          <a:xfrm>
            <a:off x="5572100" y="2925850"/>
            <a:ext cx="877500" cy="10308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2" name="Google Shape;662;p29"/>
          <p:cNvCxnSpPr/>
          <p:nvPr/>
        </p:nvCxnSpPr>
        <p:spPr>
          <a:xfrm>
            <a:off x="6834599" y="2903916"/>
            <a:ext cx="877500" cy="10308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3" name="Google Shape;663;p29"/>
          <p:cNvSpPr/>
          <p:nvPr/>
        </p:nvSpPr>
        <p:spPr>
          <a:xfrm>
            <a:off x="5581875" y="2662334"/>
            <a:ext cx="1957250" cy="531375"/>
          </a:xfrm>
          <a:custGeom>
            <a:rect b="b" l="l" r="r" t="t"/>
            <a:pathLst>
              <a:path extrusionOk="0" h="21255" w="78290">
                <a:moveTo>
                  <a:pt x="0" y="6689"/>
                </a:moveTo>
                <a:cubicBezTo>
                  <a:pt x="4754" y="9016"/>
                  <a:pt x="20129" y="21761"/>
                  <a:pt x="28524" y="20648"/>
                </a:cubicBezTo>
                <a:cubicBezTo>
                  <a:pt x="36920" y="19535"/>
                  <a:pt x="42079" y="-88"/>
                  <a:pt x="50373" y="13"/>
                </a:cubicBezTo>
                <a:cubicBezTo>
                  <a:pt x="58667" y="114"/>
                  <a:pt x="73637" y="17715"/>
                  <a:pt x="78290" y="21255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9"/>
          <p:cNvSpPr/>
          <p:nvPr/>
        </p:nvSpPr>
        <p:spPr>
          <a:xfrm>
            <a:off x="5642550" y="3436450"/>
            <a:ext cx="2154500" cy="578150"/>
          </a:xfrm>
          <a:custGeom>
            <a:rect b="b" l="l" r="r" t="t"/>
            <a:pathLst>
              <a:path extrusionOk="0" h="23126" w="86180">
                <a:moveTo>
                  <a:pt x="0" y="0"/>
                </a:moveTo>
                <a:cubicBezTo>
                  <a:pt x="5058" y="3844"/>
                  <a:pt x="23871" y="22557"/>
                  <a:pt x="30345" y="23063"/>
                </a:cubicBezTo>
                <a:cubicBezTo>
                  <a:pt x="36819" y="23569"/>
                  <a:pt x="32267" y="3339"/>
                  <a:pt x="38842" y="3035"/>
                </a:cubicBezTo>
                <a:cubicBezTo>
                  <a:pt x="45417" y="2732"/>
                  <a:pt x="61904" y="21141"/>
                  <a:pt x="69794" y="21242"/>
                </a:cubicBezTo>
                <a:cubicBezTo>
                  <a:pt x="77684" y="21343"/>
                  <a:pt x="83449" y="6575"/>
                  <a:pt x="86180" y="3642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0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QQ-Plot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0" name="Google Shape;670;p30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To check normality assumption of the residuals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71" name="Google Shape;671;p30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2" name="Google Shape;67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000" y="1449000"/>
            <a:ext cx="5805275" cy="3600201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30"/>
          <p:cNvSpPr txBox="1"/>
          <p:nvPr/>
        </p:nvSpPr>
        <p:spPr>
          <a:xfrm>
            <a:off x="4090350" y="3300500"/>
            <a:ext cx="43536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QQ plot for residual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check normality assumption </a:t>
            </a:r>
            <a:r>
              <a:rPr b="0" i="0" lang="id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8" name="Google Shape;67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6200" y="152400"/>
            <a:ext cx="645160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2"/>
          <p:cNvSpPr txBox="1"/>
          <p:nvPr/>
        </p:nvSpPr>
        <p:spPr>
          <a:xfrm>
            <a:off x="673177" y="2015950"/>
            <a:ext cx="45378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b="0" i="0" lang="id" sz="1400" u="none" cap="none" strike="noStrike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Open today’s Jupyter notebook on your Google Colab!</a:t>
            </a:r>
            <a:endParaRPr b="0" i="0" sz="1400" u="none" cap="none" strike="noStrike"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b="0" i="0" lang="id" sz="1400" u="none" cap="none" strike="noStrike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Make sure you have uploaded the required CSV files to your google drive</a:t>
            </a:r>
            <a:endParaRPr b="0" i="0" sz="1400" u="none" cap="none" strike="noStrike"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○"/>
            </a:pPr>
            <a:r>
              <a:rPr b="0" i="0" lang="id" sz="1400" u="none" cap="none" strike="noStrike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Remember the file path!</a:t>
            </a:r>
            <a:endParaRPr b="0" i="0" sz="1400" u="none" cap="none" strike="noStrike"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4" name="Google Shape;684;p32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5" name="Google Shape;68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7750" y="1650725"/>
            <a:ext cx="3463329" cy="1842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32"/>
          <p:cNvSpPr txBox="1"/>
          <p:nvPr>
            <p:ph type="title"/>
          </p:nvPr>
        </p:nvSpPr>
        <p:spPr>
          <a:xfrm>
            <a:off x="1689375" y="804325"/>
            <a:ext cx="64026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Hands-On</a:t>
            </a:r>
            <a:endParaRPr sz="4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687" name="Google Shape;68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048" y="629600"/>
            <a:ext cx="1016200" cy="10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2" name="Google Shape;692;p33"/>
          <p:cNvGrpSpPr/>
          <p:nvPr/>
        </p:nvGrpSpPr>
        <p:grpSpPr>
          <a:xfrm>
            <a:off x="4938582" y="3999"/>
            <a:ext cx="4205664" cy="5139728"/>
            <a:chOff x="9877164" y="7997"/>
            <a:chExt cx="8411328" cy="10279456"/>
          </a:xfrm>
        </p:grpSpPr>
        <p:sp>
          <p:nvSpPr>
            <p:cNvPr id="693" name="Google Shape;693;p33"/>
            <p:cNvSpPr/>
            <p:nvPr/>
          </p:nvSpPr>
          <p:spPr>
            <a:xfrm>
              <a:off x="12985608" y="305253"/>
              <a:ext cx="5302884" cy="9982200"/>
            </a:xfrm>
            <a:custGeom>
              <a:rect b="b" l="l" r="r" t="t"/>
              <a:pathLst>
                <a:path extrusionOk="0" h="9982200" w="5302884">
                  <a:moveTo>
                    <a:pt x="0" y="0"/>
                  </a:moveTo>
                  <a:lnTo>
                    <a:pt x="5302392" y="0"/>
                  </a:lnTo>
                  <a:lnTo>
                    <a:pt x="5302392" y="9981742"/>
                  </a:lnTo>
                  <a:lnTo>
                    <a:pt x="0" y="99817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B6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33"/>
            <p:cNvSpPr/>
            <p:nvPr/>
          </p:nvSpPr>
          <p:spPr>
            <a:xfrm>
              <a:off x="9877164" y="7997"/>
              <a:ext cx="8411210" cy="9487535"/>
            </a:xfrm>
            <a:custGeom>
              <a:rect b="b" l="l" r="r" t="t"/>
              <a:pathLst>
                <a:path extrusionOk="0" h="9487535" w="8411210">
                  <a:moveTo>
                    <a:pt x="0" y="0"/>
                  </a:moveTo>
                  <a:lnTo>
                    <a:pt x="8410774" y="0"/>
                  </a:lnTo>
                  <a:lnTo>
                    <a:pt x="8410774" y="94873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5" name="Google Shape;695;p33"/>
          <p:cNvSpPr txBox="1"/>
          <p:nvPr>
            <p:ph type="title"/>
          </p:nvPr>
        </p:nvSpPr>
        <p:spPr>
          <a:xfrm>
            <a:off x="770682" y="1162825"/>
            <a:ext cx="44853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000">
                <a:solidFill>
                  <a:srgbClr val="262626"/>
                </a:solidFill>
              </a:rPr>
              <a:t>The Data Used</a:t>
            </a:r>
            <a:endParaRPr sz="3000"/>
          </a:p>
        </p:txBody>
      </p:sp>
      <p:sp>
        <p:nvSpPr>
          <p:cNvPr id="696" name="Google Shape;696;p33"/>
          <p:cNvSpPr/>
          <p:nvPr/>
        </p:nvSpPr>
        <p:spPr>
          <a:xfrm>
            <a:off x="0" y="4562810"/>
            <a:ext cx="5952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3"/>
          <p:cNvSpPr txBox="1"/>
          <p:nvPr/>
        </p:nvSpPr>
        <p:spPr>
          <a:xfrm>
            <a:off x="641257" y="1913775"/>
            <a:ext cx="5293200" cy="30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the rest of the lecture, we will use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regression_data.csv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data is about university admit probability, based on several applicant’s 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 score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TOEFL score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University ranking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Motivation letter quality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 letter strength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experience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33"/>
          <p:cNvSpPr txBox="1"/>
          <p:nvPr>
            <p:ph type="title"/>
          </p:nvPr>
        </p:nvSpPr>
        <p:spPr>
          <a:xfrm>
            <a:off x="5597252" y="96025"/>
            <a:ext cx="34686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000">
                <a:solidFill>
                  <a:srgbClr val="262626"/>
                </a:solidFill>
              </a:rPr>
              <a:t>Multiple Linear Regression</a:t>
            </a:r>
            <a:endParaRPr sz="3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4"/>
          <p:cNvSpPr txBox="1"/>
          <p:nvPr/>
        </p:nvSpPr>
        <p:spPr>
          <a:xfrm>
            <a:off x="4984363" y="390265"/>
            <a:ext cx="25275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375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Split the data</a:t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4" name="Google Shape;704;p34"/>
          <p:cNvSpPr/>
          <p:nvPr/>
        </p:nvSpPr>
        <p:spPr>
          <a:xfrm>
            <a:off x="0" y="0"/>
            <a:ext cx="3961765" cy="5143500"/>
          </a:xfrm>
          <a:custGeom>
            <a:rect b="b" l="l" r="r" t="t"/>
            <a:pathLst>
              <a:path extrusionOk="0" h="10287000" w="7923530">
                <a:moveTo>
                  <a:pt x="566853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5209055" y="0"/>
                </a:lnTo>
                <a:lnTo>
                  <a:pt x="5217529" y="6124"/>
                </a:lnTo>
                <a:lnTo>
                  <a:pt x="5260930" y="38040"/>
                </a:lnTo>
                <a:lnTo>
                  <a:pt x="5304069" y="70310"/>
                </a:lnTo>
                <a:lnTo>
                  <a:pt x="5346938" y="102927"/>
                </a:lnTo>
                <a:lnTo>
                  <a:pt x="5389536" y="135891"/>
                </a:lnTo>
                <a:lnTo>
                  <a:pt x="5431862" y="169203"/>
                </a:lnTo>
                <a:lnTo>
                  <a:pt x="5473915" y="202862"/>
                </a:lnTo>
                <a:lnTo>
                  <a:pt x="5515692" y="236869"/>
                </a:lnTo>
                <a:lnTo>
                  <a:pt x="5557200" y="271217"/>
                </a:lnTo>
                <a:lnTo>
                  <a:pt x="5598419" y="305898"/>
                </a:lnTo>
                <a:lnTo>
                  <a:pt x="5639350" y="340913"/>
                </a:lnTo>
                <a:lnTo>
                  <a:pt x="5679993" y="376261"/>
                </a:lnTo>
                <a:lnTo>
                  <a:pt x="5720349" y="411943"/>
                </a:lnTo>
                <a:lnTo>
                  <a:pt x="5760420" y="447959"/>
                </a:lnTo>
                <a:lnTo>
                  <a:pt x="5800185" y="484301"/>
                </a:lnTo>
                <a:lnTo>
                  <a:pt x="5839650" y="520962"/>
                </a:lnTo>
                <a:lnTo>
                  <a:pt x="5878813" y="557943"/>
                </a:lnTo>
                <a:lnTo>
                  <a:pt x="5917674" y="595244"/>
                </a:lnTo>
                <a:lnTo>
                  <a:pt x="5956230" y="632863"/>
                </a:lnTo>
                <a:lnTo>
                  <a:pt x="5994480" y="670802"/>
                </a:lnTo>
                <a:lnTo>
                  <a:pt x="6032417" y="709052"/>
                </a:lnTo>
                <a:lnTo>
                  <a:pt x="6070035" y="747607"/>
                </a:lnTo>
                <a:lnTo>
                  <a:pt x="6107333" y="786465"/>
                </a:lnTo>
                <a:lnTo>
                  <a:pt x="6144313" y="825627"/>
                </a:lnTo>
                <a:lnTo>
                  <a:pt x="6180976" y="865093"/>
                </a:lnTo>
                <a:lnTo>
                  <a:pt x="6217321" y="904863"/>
                </a:lnTo>
                <a:lnTo>
                  <a:pt x="6253331" y="944928"/>
                </a:lnTo>
                <a:lnTo>
                  <a:pt x="6289011" y="985281"/>
                </a:lnTo>
                <a:lnTo>
                  <a:pt x="6324360" y="1025922"/>
                </a:lnTo>
                <a:lnTo>
                  <a:pt x="6359378" y="1066851"/>
                </a:lnTo>
                <a:lnTo>
                  <a:pt x="6394063" y="1108069"/>
                </a:lnTo>
                <a:lnTo>
                  <a:pt x="6428416" y="1149575"/>
                </a:lnTo>
                <a:lnTo>
                  <a:pt x="6462417" y="1191359"/>
                </a:lnTo>
                <a:lnTo>
                  <a:pt x="6496075" y="1233414"/>
                </a:lnTo>
                <a:lnTo>
                  <a:pt x="6529387" y="1275741"/>
                </a:lnTo>
                <a:lnTo>
                  <a:pt x="6562353" y="1318338"/>
                </a:lnTo>
                <a:lnTo>
                  <a:pt x="6594970" y="1361206"/>
                </a:lnTo>
                <a:lnTo>
                  <a:pt x="6627237" y="1404344"/>
                </a:lnTo>
                <a:lnTo>
                  <a:pt x="6659149" y="1447746"/>
                </a:lnTo>
                <a:lnTo>
                  <a:pt x="6690702" y="1491404"/>
                </a:lnTo>
                <a:lnTo>
                  <a:pt x="6721894" y="1535317"/>
                </a:lnTo>
                <a:lnTo>
                  <a:pt x="6752726" y="1579483"/>
                </a:lnTo>
                <a:lnTo>
                  <a:pt x="6783199" y="1623898"/>
                </a:lnTo>
                <a:lnTo>
                  <a:pt x="6813311" y="1668562"/>
                </a:lnTo>
                <a:lnTo>
                  <a:pt x="6843059" y="1713480"/>
                </a:lnTo>
                <a:lnTo>
                  <a:pt x="6872437" y="1758635"/>
                </a:lnTo>
                <a:lnTo>
                  <a:pt x="6901443" y="1804025"/>
                </a:lnTo>
                <a:lnTo>
                  <a:pt x="6930076" y="1849650"/>
                </a:lnTo>
                <a:lnTo>
                  <a:pt x="6958334" y="1895509"/>
                </a:lnTo>
                <a:lnTo>
                  <a:pt x="6986217" y="1941602"/>
                </a:lnTo>
                <a:lnTo>
                  <a:pt x="7013721" y="1987930"/>
                </a:lnTo>
                <a:lnTo>
                  <a:pt x="7040846" y="2034470"/>
                </a:lnTo>
                <a:lnTo>
                  <a:pt x="7067589" y="2081226"/>
                </a:lnTo>
                <a:lnTo>
                  <a:pt x="7093948" y="2128200"/>
                </a:lnTo>
                <a:lnTo>
                  <a:pt x="7119921" y="2175392"/>
                </a:lnTo>
                <a:lnTo>
                  <a:pt x="7145505" y="2222807"/>
                </a:lnTo>
                <a:lnTo>
                  <a:pt x="7170710" y="2270420"/>
                </a:lnTo>
                <a:lnTo>
                  <a:pt x="7195520" y="2318234"/>
                </a:lnTo>
                <a:lnTo>
                  <a:pt x="7219935" y="2366247"/>
                </a:lnTo>
                <a:lnTo>
                  <a:pt x="7243955" y="2414457"/>
                </a:lnTo>
                <a:lnTo>
                  <a:pt x="7267579" y="2462864"/>
                </a:lnTo>
                <a:lnTo>
                  <a:pt x="7290809" y="2511465"/>
                </a:lnTo>
                <a:lnTo>
                  <a:pt x="7313650" y="2560264"/>
                </a:lnTo>
                <a:lnTo>
                  <a:pt x="7336085" y="2609239"/>
                </a:lnTo>
                <a:lnTo>
                  <a:pt x="7358114" y="2658391"/>
                </a:lnTo>
                <a:lnTo>
                  <a:pt x="7379740" y="2707722"/>
                </a:lnTo>
                <a:lnTo>
                  <a:pt x="7400963" y="2757230"/>
                </a:lnTo>
                <a:lnTo>
                  <a:pt x="7421785" y="2806918"/>
                </a:lnTo>
                <a:lnTo>
                  <a:pt x="7442192" y="2856775"/>
                </a:lnTo>
                <a:lnTo>
                  <a:pt x="7462192" y="2906791"/>
                </a:lnTo>
                <a:lnTo>
                  <a:pt x="7481785" y="2956966"/>
                </a:lnTo>
                <a:lnTo>
                  <a:pt x="7500967" y="3007301"/>
                </a:lnTo>
                <a:lnTo>
                  <a:pt x="7519736" y="3057797"/>
                </a:lnTo>
                <a:lnTo>
                  <a:pt x="7538091" y="3108455"/>
                </a:lnTo>
                <a:lnTo>
                  <a:pt x="7556029" y="3159251"/>
                </a:lnTo>
                <a:lnTo>
                  <a:pt x="7573550" y="3210187"/>
                </a:lnTo>
                <a:lnTo>
                  <a:pt x="7590654" y="3261262"/>
                </a:lnTo>
                <a:lnTo>
                  <a:pt x="7607341" y="3312475"/>
                </a:lnTo>
                <a:lnTo>
                  <a:pt x="7623611" y="3363826"/>
                </a:lnTo>
                <a:lnTo>
                  <a:pt x="7639464" y="3415313"/>
                </a:lnTo>
                <a:lnTo>
                  <a:pt x="7654895" y="3466928"/>
                </a:lnTo>
                <a:lnTo>
                  <a:pt x="7669901" y="3518661"/>
                </a:lnTo>
                <a:lnTo>
                  <a:pt x="7684481" y="3570513"/>
                </a:lnTo>
                <a:lnTo>
                  <a:pt x="7698635" y="3622483"/>
                </a:lnTo>
                <a:lnTo>
                  <a:pt x="7712364" y="3674572"/>
                </a:lnTo>
                <a:lnTo>
                  <a:pt x="7725666" y="3726779"/>
                </a:lnTo>
                <a:lnTo>
                  <a:pt x="7738541" y="3779094"/>
                </a:lnTo>
                <a:lnTo>
                  <a:pt x="7750985" y="3831505"/>
                </a:lnTo>
                <a:lnTo>
                  <a:pt x="7763000" y="3884011"/>
                </a:lnTo>
                <a:lnTo>
                  <a:pt x="7774584" y="3936611"/>
                </a:lnTo>
                <a:lnTo>
                  <a:pt x="7785738" y="3989304"/>
                </a:lnTo>
                <a:lnTo>
                  <a:pt x="7796461" y="4042091"/>
                </a:lnTo>
                <a:lnTo>
                  <a:pt x="7806755" y="4094974"/>
                </a:lnTo>
                <a:lnTo>
                  <a:pt x="7816616" y="4147932"/>
                </a:lnTo>
                <a:lnTo>
                  <a:pt x="7826045" y="4200965"/>
                </a:lnTo>
                <a:lnTo>
                  <a:pt x="7835039" y="4254072"/>
                </a:lnTo>
                <a:lnTo>
                  <a:pt x="7843597" y="4307254"/>
                </a:lnTo>
                <a:lnTo>
                  <a:pt x="7851717" y="4360511"/>
                </a:lnTo>
                <a:lnTo>
                  <a:pt x="7859401" y="4413842"/>
                </a:lnTo>
                <a:lnTo>
                  <a:pt x="7866650" y="4467223"/>
                </a:lnTo>
                <a:lnTo>
                  <a:pt x="7873462" y="4520655"/>
                </a:lnTo>
                <a:lnTo>
                  <a:pt x="7879838" y="4574140"/>
                </a:lnTo>
                <a:lnTo>
                  <a:pt x="7885776" y="4627680"/>
                </a:lnTo>
                <a:lnTo>
                  <a:pt x="7891276" y="4681274"/>
                </a:lnTo>
                <a:lnTo>
                  <a:pt x="7896337" y="4734904"/>
                </a:lnTo>
                <a:lnTo>
                  <a:pt x="7900959" y="4788570"/>
                </a:lnTo>
                <a:lnTo>
                  <a:pt x="7905143" y="4842272"/>
                </a:lnTo>
                <a:lnTo>
                  <a:pt x="7908887" y="4896006"/>
                </a:lnTo>
                <a:lnTo>
                  <a:pt x="7912192" y="4949772"/>
                </a:lnTo>
                <a:lnTo>
                  <a:pt x="7915059" y="5003565"/>
                </a:lnTo>
                <a:lnTo>
                  <a:pt x="7917484" y="5057390"/>
                </a:lnTo>
                <a:lnTo>
                  <a:pt x="7919467" y="5111224"/>
                </a:lnTo>
                <a:lnTo>
                  <a:pt x="7921008" y="5165067"/>
                </a:lnTo>
                <a:lnTo>
                  <a:pt x="7922107" y="5218918"/>
                </a:lnTo>
                <a:lnTo>
                  <a:pt x="7922767" y="5272778"/>
                </a:lnTo>
                <a:lnTo>
                  <a:pt x="7922986" y="5326647"/>
                </a:lnTo>
                <a:lnTo>
                  <a:pt x="7922767" y="5380516"/>
                </a:lnTo>
                <a:lnTo>
                  <a:pt x="7922107" y="5434376"/>
                </a:lnTo>
                <a:lnTo>
                  <a:pt x="7921008" y="5488227"/>
                </a:lnTo>
                <a:lnTo>
                  <a:pt x="7919467" y="5542069"/>
                </a:lnTo>
                <a:lnTo>
                  <a:pt x="7917484" y="5595903"/>
                </a:lnTo>
                <a:lnTo>
                  <a:pt x="7915059" y="5649728"/>
                </a:lnTo>
                <a:lnTo>
                  <a:pt x="7912192" y="5703522"/>
                </a:lnTo>
                <a:lnTo>
                  <a:pt x="7908887" y="5757287"/>
                </a:lnTo>
                <a:lnTo>
                  <a:pt x="7905143" y="5811022"/>
                </a:lnTo>
                <a:lnTo>
                  <a:pt x="7900959" y="5864723"/>
                </a:lnTo>
                <a:lnTo>
                  <a:pt x="7896337" y="5918390"/>
                </a:lnTo>
                <a:lnTo>
                  <a:pt x="7891276" y="5972019"/>
                </a:lnTo>
                <a:lnTo>
                  <a:pt x="7885776" y="6025614"/>
                </a:lnTo>
                <a:lnTo>
                  <a:pt x="7879838" y="6079153"/>
                </a:lnTo>
                <a:lnTo>
                  <a:pt x="7873462" y="6132638"/>
                </a:lnTo>
                <a:lnTo>
                  <a:pt x="7866650" y="6186070"/>
                </a:lnTo>
                <a:lnTo>
                  <a:pt x="7859401" y="6239451"/>
                </a:lnTo>
                <a:lnTo>
                  <a:pt x="7851717" y="6292783"/>
                </a:lnTo>
                <a:lnTo>
                  <a:pt x="7843597" y="6346039"/>
                </a:lnTo>
                <a:lnTo>
                  <a:pt x="7835039" y="6399221"/>
                </a:lnTo>
                <a:lnTo>
                  <a:pt x="7826045" y="6452328"/>
                </a:lnTo>
                <a:lnTo>
                  <a:pt x="7816616" y="6505361"/>
                </a:lnTo>
                <a:lnTo>
                  <a:pt x="7806755" y="6558319"/>
                </a:lnTo>
                <a:lnTo>
                  <a:pt x="7796461" y="6611202"/>
                </a:lnTo>
                <a:lnTo>
                  <a:pt x="7785738" y="6663989"/>
                </a:lnTo>
                <a:lnTo>
                  <a:pt x="7774584" y="6716683"/>
                </a:lnTo>
                <a:lnTo>
                  <a:pt x="7763000" y="6769283"/>
                </a:lnTo>
                <a:lnTo>
                  <a:pt x="7750985" y="6821789"/>
                </a:lnTo>
                <a:lnTo>
                  <a:pt x="7738541" y="6874199"/>
                </a:lnTo>
                <a:lnTo>
                  <a:pt x="7725666" y="6926514"/>
                </a:lnTo>
                <a:lnTo>
                  <a:pt x="7712364" y="6978722"/>
                </a:lnTo>
                <a:lnTo>
                  <a:pt x="7698635" y="7030810"/>
                </a:lnTo>
                <a:lnTo>
                  <a:pt x="7684481" y="7082781"/>
                </a:lnTo>
                <a:lnTo>
                  <a:pt x="7669901" y="7134633"/>
                </a:lnTo>
                <a:lnTo>
                  <a:pt x="7654895" y="7186366"/>
                </a:lnTo>
                <a:lnTo>
                  <a:pt x="7639464" y="7237981"/>
                </a:lnTo>
                <a:lnTo>
                  <a:pt x="7623611" y="7289468"/>
                </a:lnTo>
                <a:lnTo>
                  <a:pt x="7607341" y="7340819"/>
                </a:lnTo>
                <a:lnTo>
                  <a:pt x="7590654" y="7392032"/>
                </a:lnTo>
                <a:lnTo>
                  <a:pt x="7573550" y="7443106"/>
                </a:lnTo>
                <a:lnTo>
                  <a:pt x="7556029" y="7494042"/>
                </a:lnTo>
                <a:lnTo>
                  <a:pt x="7538091" y="7544838"/>
                </a:lnTo>
                <a:lnTo>
                  <a:pt x="7519738" y="7595496"/>
                </a:lnTo>
                <a:lnTo>
                  <a:pt x="7500973" y="7645992"/>
                </a:lnTo>
                <a:lnTo>
                  <a:pt x="7481795" y="7696328"/>
                </a:lnTo>
                <a:lnTo>
                  <a:pt x="7462204" y="7746503"/>
                </a:lnTo>
                <a:lnTo>
                  <a:pt x="7442201" y="7796518"/>
                </a:lnTo>
                <a:lnTo>
                  <a:pt x="7421785" y="7846375"/>
                </a:lnTo>
                <a:lnTo>
                  <a:pt x="7400963" y="7896063"/>
                </a:lnTo>
                <a:lnTo>
                  <a:pt x="7379740" y="7945572"/>
                </a:lnTo>
                <a:lnTo>
                  <a:pt x="7358114" y="7994902"/>
                </a:lnTo>
                <a:lnTo>
                  <a:pt x="7336085" y="8044054"/>
                </a:lnTo>
                <a:lnTo>
                  <a:pt x="7313650" y="8093030"/>
                </a:lnTo>
                <a:lnTo>
                  <a:pt x="7290809" y="8141829"/>
                </a:lnTo>
                <a:lnTo>
                  <a:pt x="7267579" y="8190430"/>
                </a:lnTo>
                <a:lnTo>
                  <a:pt x="7243955" y="8238836"/>
                </a:lnTo>
                <a:lnTo>
                  <a:pt x="7219935" y="8287047"/>
                </a:lnTo>
                <a:lnTo>
                  <a:pt x="7195520" y="8335060"/>
                </a:lnTo>
                <a:lnTo>
                  <a:pt x="7170710" y="8382874"/>
                </a:lnTo>
                <a:lnTo>
                  <a:pt x="7145505" y="8430487"/>
                </a:lnTo>
                <a:lnTo>
                  <a:pt x="7119921" y="8477892"/>
                </a:lnTo>
                <a:lnTo>
                  <a:pt x="7093948" y="8525082"/>
                </a:lnTo>
                <a:lnTo>
                  <a:pt x="7067589" y="8572057"/>
                </a:lnTo>
                <a:lnTo>
                  <a:pt x="7040846" y="8618817"/>
                </a:lnTo>
                <a:lnTo>
                  <a:pt x="7013721" y="8665362"/>
                </a:lnTo>
                <a:lnTo>
                  <a:pt x="6986217" y="8711692"/>
                </a:lnTo>
                <a:lnTo>
                  <a:pt x="6958334" y="8757784"/>
                </a:lnTo>
                <a:lnTo>
                  <a:pt x="6930076" y="8803644"/>
                </a:lnTo>
                <a:lnTo>
                  <a:pt x="6901443" y="8849269"/>
                </a:lnTo>
                <a:lnTo>
                  <a:pt x="6872437" y="8894659"/>
                </a:lnTo>
                <a:lnTo>
                  <a:pt x="6843059" y="8939814"/>
                </a:lnTo>
                <a:lnTo>
                  <a:pt x="6813311" y="8984732"/>
                </a:lnTo>
                <a:lnTo>
                  <a:pt x="6783199" y="9029395"/>
                </a:lnTo>
                <a:lnTo>
                  <a:pt x="6752726" y="9073811"/>
                </a:lnTo>
                <a:lnTo>
                  <a:pt x="6721894" y="9117976"/>
                </a:lnTo>
                <a:lnTo>
                  <a:pt x="6690702" y="9161889"/>
                </a:lnTo>
                <a:lnTo>
                  <a:pt x="6659149" y="9205548"/>
                </a:lnTo>
                <a:lnTo>
                  <a:pt x="6627237" y="9248949"/>
                </a:lnTo>
                <a:lnTo>
                  <a:pt x="6594970" y="9292087"/>
                </a:lnTo>
                <a:lnTo>
                  <a:pt x="6562353" y="9334956"/>
                </a:lnTo>
                <a:lnTo>
                  <a:pt x="6529387" y="9377555"/>
                </a:lnTo>
                <a:lnTo>
                  <a:pt x="6496075" y="9419881"/>
                </a:lnTo>
                <a:lnTo>
                  <a:pt x="6462417" y="9461934"/>
                </a:lnTo>
                <a:lnTo>
                  <a:pt x="6428416" y="9503711"/>
                </a:lnTo>
                <a:lnTo>
                  <a:pt x="6394063" y="9545219"/>
                </a:lnTo>
                <a:lnTo>
                  <a:pt x="6359378" y="9586438"/>
                </a:lnTo>
                <a:lnTo>
                  <a:pt x="6324360" y="9627369"/>
                </a:lnTo>
                <a:lnTo>
                  <a:pt x="6289011" y="9668012"/>
                </a:lnTo>
                <a:lnTo>
                  <a:pt x="6253331" y="9708368"/>
                </a:lnTo>
                <a:lnTo>
                  <a:pt x="6217321" y="9748438"/>
                </a:lnTo>
                <a:lnTo>
                  <a:pt x="6180976" y="9788203"/>
                </a:lnTo>
                <a:lnTo>
                  <a:pt x="6144313" y="9827668"/>
                </a:lnTo>
                <a:lnTo>
                  <a:pt x="6107333" y="9866832"/>
                </a:lnTo>
                <a:lnTo>
                  <a:pt x="6070035" y="9905692"/>
                </a:lnTo>
                <a:lnTo>
                  <a:pt x="6032417" y="9944249"/>
                </a:lnTo>
                <a:lnTo>
                  <a:pt x="5994480" y="9982499"/>
                </a:lnTo>
                <a:lnTo>
                  <a:pt x="5956230" y="10020436"/>
                </a:lnTo>
                <a:lnTo>
                  <a:pt x="5917674" y="10058054"/>
                </a:lnTo>
                <a:lnTo>
                  <a:pt x="5878813" y="10095352"/>
                </a:lnTo>
                <a:lnTo>
                  <a:pt x="5839650" y="10132332"/>
                </a:lnTo>
                <a:lnTo>
                  <a:pt x="5800185" y="10168994"/>
                </a:lnTo>
                <a:lnTo>
                  <a:pt x="5760420" y="10205340"/>
                </a:lnTo>
                <a:lnTo>
                  <a:pt x="5720349" y="10241350"/>
                </a:lnTo>
                <a:lnTo>
                  <a:pt x="5679993" y="10277030"/>
                </a:lnTo>
                <a:lnTo>
                  <a:pt x="5668530" y="10287000"/>
                </a:lnTo>
                <a:close/>
              </a:path>
            </a:pathLst>
          </a:custGeom>
          <a:solidFill>
            <a:srgbClr val="F08B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4"/>
          <p:cNvSpPr txBox="1"/>
          <p:nvPr/>
        </p:nvSpPr>
        <p:spPr>
          <a:xfrm>
            <a:off x="279060" y="1998403"/>
            <a:ext cx="29712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0" marR="0" rtl="0" algn="l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id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Modeling Flow</a:t>
            </a:r>
            <a:endParaRPr b="1" i="0" sz="2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id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for &gt;1 predictor</a:t>
            </a:r>
            <a:endParaRPr b="1" i="0" sz="2400" u="none" cap="none" strike="noStrik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6" name="Google Shape;706;p34"/>
          <p:cNvSpPr/>
          <p:nvPr/>
        </p:nvSpPr>
        <p:spPr>
          <a:xfrm>
            <a:off x="4157907" y="389390"/>
            <a:ext cx="408622" cy="408622"/>
          </a:xfrm>
          <a:custGeom>
            <a:rect b="b" l="l" r="r" t="t"/>
            <a:pathLst>
              <a:path extrusionOk="0" h="817244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48C4B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4"/>
          <p:cNvSpPr txBox="1"/>
          <p:nvPr/>
        </p:nvSpPr>
        <p:spPr>
          <a:xfrm>
            <a:off x="4309099" y="423935"/>
            <a:ext cx="10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8" name="Google Shape;708;p34"/>
          <p:cNvSpPr/>
          <p:nvPr/>
        </p:nvSpPr>
        <p:spPr>
          <a:xfrm>
            <a:off x="4157907" y="2072295"/>
            <a:ext cx="408622" cy="408622"/>
          </a:xfrm>
          <a:custGeom>
            <a:rect b="b" l="l" r="r" t="t"/>
            <a:pathLst>
              <a:path extrusionOk="0" h="817245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48C4B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4"/>
          <p:cNvSpPr txBox="1"/>
          <p:nvPr/>
        </p:nvSpPr>
        <p:spPr>
          <a:xfrm>
            <a:off x="4291079" y="2106842"/>
            <a:ext cx="142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0" name="Google Shape;710;p34"/>
          <p:cNvSpPr/>
          <p:nvPr/>
        </p:nvSpPr>
        <p:spPr>
          <a:xfrm>
            <a:off x="8549183" y="44866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4"/>
          <p:cNvSpPr txBox="1"/>
          <p:nvPr/>
        </p:nvSpPr>
        <p:spPr>
          <a:xfrm>
            <a:off x="4984363" y="2066909"/>
            <a:ext cx="25275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375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d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Fit the model on training data</a:t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2" name="Google Shape;712;p34"/>
          <p:cNvSpPr/>
          <p:nvPr/>
        </p:nvSpPr>
        <p:spPr>
          <a:xfrm>
            <a:off x="4157907" y="2970393"/>
            <a:ext cx="408622" cy="408623"/>
          </a:xfrm>
          <a:custGeom>
            <a:rect b="b" l="l" r="r" t="t"/>
            <a:pathLst>
              <a:path extrusionOk="0" h="817245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48C4B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4"/>
          <p:cNvSpPr txBox="1"/>
          <p:nvPr/>
        </p:nvSpPr>
        <p:spPr>
          <a:xfrm>
            <a:off x="4762650" y="566168"/>
            <a:ext cx="403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 : 20 is fine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4"/>
          <p:cNvSpPr txBox="1"/>
          <p:nvPr/>
        </p:nvSpPr>
        <p:spPr>
          <a:xfrm>
            <a:off x="4762650" y="2246933"/>
            <a:ext cx="4030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and fit </a:t>
            </a:r>
            <a:r>
              <a:rPr b="0" i="0" lang="id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LinearRegression()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include retained features from step 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4"/>
          <p:cNvSpPr txBox="1"/>
          <p:nvPr/>
        </p:nvSpPr>
        <p:spPr>
          <a:xfrm>
            <a:off x="4204257" y="2976497"/>
            <a:ext cx="315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6" name="Google Shape;716;p34"/>
          <p:cNvSpPr txBox="1"/>
          <p:nvPr/>
        </p:nvSpPr>
        <p:spPr>
          <a:xfrm>
            <a:off x="4984377" y="4050954"/>
            <a:ext cx="29712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375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d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Evaluate the model on test data</a:t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7" name="Google Shape;717;p34"/>
          <p:cNvSpPr/>
          <p:nvPr/>
        </p:nvSpPr>
        <p:spPr>
          <a:xfrm>
            <a:off x="4157907" y="4020890"/>
            <a:ext cx="408622" cy="408622"/>
          </a:xfrm>
          <a:custGeom>
            <a:rect b="b" l="l" r="r" t="t"/>
            <a:pathLst>
              <a:path extrusionOk="0" h="817245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48C4B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4"/>
          <p:cNvSpPr txBox="1"/>
          <p:nvPr/>
        </p:nvSpPr>
        <p:spPr>
          <a:xfrm>
            <a:off x="4762650" y="4230971"/>
            <a:ext cx="403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RMSE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34"/>
          <p:cNvSpPr txBox="1"/>
          <p:nvPr/>
        </p:nvSpPr>
        <p:spPr>
          <a:xfrm>
            <a:off x="4204257" y="4026994"/>
            <a:ext cx="315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0" name="Google Shape;720;p34"/>
          <p:cNvSpPr txBox="1"/>
          <p:nvPr/>
        </p:nvSpPr>
        <p:spPr>
          <a:xfrm>
            <a:off x="4984377" y="2924257"/>
            <a:ext cx="29712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375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d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Model diagnostic</a:t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1" name="Google Shape;721;p34"/>
          <p:cNvSpPr txBox="1"/>
          <p:nvPr/>
        </p:nvSpPr>
        <p:spPr>
          <a:xfrm>
            <a:off x="4762650" y="3104274"/>
            <a:ext cx="40305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Residual plot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QQ plot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R2 score on training data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4"/>
          <p:cNvSpPr txBox="1"/>
          <p:nvPr/>
        </p:nvSpPr>
        <p:spPr>
          <a:xfrm>
            <a:off x="4984378" y="1187959"/>
            <a:ext cx="30909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">
            <a:spAutoFit/>
          </a:bodyPr>
          <a:lstStyle/>
          <a:p>
            <a:pPr indent="0" lvl="0" marL="12700" marR="0" rtl="0" algn="l">
              <a:lnSpc>
                <a:spcPct val="1375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d" sz="14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Multicollinearity check </a:t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3" name="Google Shape;723;p34"/>
          <p:cNvSpPr/>
          <p:nvPr/>
        </p:nvSpPr>
        <p:spPr>
          <a:xfrm>
            <a:off x="4157907" y="1234095"/>
            <a:ext cx="408622" cy="408622"/>
          </a:xfrm>
          <a:custGeom>
            <a:rect b="b" l="l" r="r" t="t"/>
            <a:pathLst>
              <a:path extrusionOk="0" h="817245" w="817245">
                <a:moveTo>
                  <a:pt x="408603" y="817206"/>
                </a:moveTo>
                <a:lnTo>
                  <a:pt x="368553" y="815239"/>
                </a:lnTo>
                <a:lnTo>
                  <a:pt x="328888" y="809355"/>
                </a:lnTo>
                <a:lnTo>
                  <a:pt x="289992" y="799612"/>
                </a:lnTo>
                <a:lnTo>
                  <a:pt x="252237" y="786103"/>
                </a:lnTo>
                <a:lnTo>
                  <a:pt x="215989" y="768958"/>
                </a:lnTo>
                <a:lnTo>
                  <a:pt x="181594" y="748344"/>
                </a:lnTo>
                <a:lnTo>
                  <a:pt x="149388" y="724458"/>
                </a:lnTo>
                <a:lnTo>
                  <a:pt x="119677" y="697530"/>
                </a:lnTo>
                <a:lnTo>
                  <a:pt x="92748" y="667818"/>
                </a:lnTo>
                <a:lnTo>
                  <a:pt x="68862" y="635612"/>
                </a:lnTo>
                <a:lnTo>
                  <a:pt x="48247" y="601217"/>
                </a:lnTo>
                <a:lnTo>
                  <a:pt x="31103" y="564969"/>
                </a:lnTo>
                <a:lnTo>
                  <a:pt x="17594" y="527214"/>
                </a:lnTo>
                <a:lnTo>
                  <a:pt x="7851" y="488318"/>
                </a:lnTo>
                <a:lnTo>
                  <a:pt x="1967" y="448653"/>
                </a:lnTo>
                <a:lnTo>
                  <a:pt x="0" y="408603"/>
                </a:lnTo>
                <a:lnTo>
                  <a:pt x="122" y="398572"/>
                </a:lnTo>
                <a:lnTo>
                  <a:pt x="3073" y="358582"/>
                </a:lnTo>
                <a:lnTo>
                  <a:pt x="9928" y="319074"/>
                </a:lnTo>
                <a:lnTo>
                  <a:pt x="20623" y="280429"/>
                </a:lnTo>
                <a:lnTo>
                  <a:pt x="35055" y="243017"/>
                </a:lnTo>
                <a:lnTo>
                  <a:pt x="53084" y="207200"/>
                </a:lnTo>
                <a:lnTo>
                  <a:pt x="74537" y="173323"/>
                </a:lnTo>
                <a:lnTo>
                  <a:pt x="99207" y="141712"/>
                </a:lnTo>
                <a:lnTo>
                  <a:pt x="126856" y="112671"/>
                </a:lnTo>
                <a:lnTo>
                  <a:pt x="157220" y="86480"/>
                </a:lnTo>
                <a:lnTo>
                  <a:pt x="190003" y="63391"/>
                </a:lnTo>
                <a:lnTo>
                  <a:pt x="224893" y="43627"/>
                </a:lnTo>
                <a:lnTo>
                  <a:pt x="261552" y="27378"/>
                </a:lnTo>
                <a:lnTo>
                  <a:pt x="299626" y="14800"/>
                </a:lnTo>
                <a:lnTo>
                  <a:pt x="338750" y="6014"/>
                </a:lnTo>
                <a:lnTo>
                  <a:pt x="378547" y="1106"/>
                </a:lnTo>
                <a:lnTo>
                  <a:pt x="408603" y="0"/>
                </a:lnTo>
                <a:lnTo>
                  <a:pt x="418634" y="122"/>
                </a:lnTo>
                <a:lnTo>
                  <a:pt x="458623" y="3073"/>
                </a:lnTo>
                <a:lnTo>
                  <a:pt x="498132" y="9928"/>
                </a:lnTo>
                <a:lnTo>
                  <a:pt x="536777" y="20623"/>
                </a:lnTo>
                <a:lnTo>
                  <a:pt x="574189" y="35055"/>
                </a:lnTo>
                <a:lnTo>
                  <a:pt x="610005" y="53084"/>
                </a:lnTo>
                <a:lnTo>
                  <a:pt x="643883" y="74537"/>
                </a:lnTo>
                <a:lnTo>
                  <a:pt x="675494" y="99207"/>
                </a:lnTo>
                <a:lnTo>
                  <a:pt x="704535" y="126856"/>
                </a:lnTo>
                <a:lnTo>
                  <a:pt x="730726" y="157220"/>
                </a:lnTo>
                <a:lnTo>
                  <a:pt x="753814" y="190003"/>
                </a:lnTo>
                <a:lnTo>
                  <a:pt x="773579" y="224893"/>
                </a:lnTo>
                <a:lnTo>
                  <a:pt x="789828" y="261552"/>
                </a:lnTo>
                <a:lnTo>
                  <a:pt x="802406" y="299626"/>
                </a:lnTo>
                <a:lnTo>
                  <a:pt x="811192" y="338750"/>
                </a:lnTo>
                <a:lnTo>
                  <a:pt x="816100" y="378547"/>
                </a:lnTo>
                <a:lnTo>
                  <a:pt x="817206" y="408603"/>
                </a:lnTo>
                <a:lnTo>
                  <a:pt x="817083" y="418634"/>
                </a:lnTo>
                <a:lnTo>
                  <a:pt x="814133" y="458623"/>
                </a:lnTo>
                <a:lnTo>
                  <a:pt x="807278" y="498132"/>
                </a:lnTo>
                <a:lnTo>
                  <a:pt x="796582" y="536777"/>
                </a:lnTo>
                <a:lnTo>
                  <a:pt x="782151" y="574189"/>
                </a:lnTo>
                <a:lnTo>
                  <a:pt x="764122" y="610005"/>
                </a:lnTo>
                <a:lnTo>
                  <a:pt x="742669" y="643883"/>
                </a:lnTo>
                <a:lnTo>
                  <a:pt x="717999" y="675494"/>
                </a:lnTo>
                <a:lnTo>
                  <a:pt x="690350" y="704535"/>
                </a:lnTo>
                <a:lnTo>
                  <a:pt x="659986" y="730726"/>
                </a:lnTo>
                <a:lnTo>
                  <a:pt x="627203" y="753814"/>
                </a:lnTo>
                <a:lnTo>
                  <a:pt x="592313" y="773579"/>
                </a:lnTo>
                <a:lnTo>
                  <a:pt x="555654" y="789828"/>
                </a:lnTo>
                <a:lnTo>
                  <a:pt x="517580" y="802406"/>
                </a:lnTo>
                <a:lnTo>
                  <a:pt x="478456" y="811192"/>
                </a:lnTo>
                <a:lnTo>
                  <a:pt x="438659" y="816100"/>
                </a:lnTo>
                <a:lnTo>
                  <a:pt x="408603" y="817206"/>
                </a:lnTo>
                <a:close/>
              </a:path>
            </a:pathLst>
          </a:custGeom>
          <a:solidFill>
            <a:srgbClr val="48C4B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34"/>
          <p:cNvSpPr txBox="1"/>
          <p:nvPr/>
        </p:nvSpPr>
        <p:spPr>
          <a:xfrm>
            <a:off x="4291079" y="1268642"/>
            <a:ext cx="142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0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5" name="Google Shape;725;p34"/>
          <p:cNvSpPr txBox="1"/>
          <p:nvPr/>
        </p:nvSpPr>
        <p:spPr>
          <a:xfrm>
            <a:off x="4762650" y="1385561"/>
            <a:ext cx="4030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VIF score for each feature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Correlation analysis to drop redundant feature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0" name="Google Shape;730;g35cea2406a7_0_253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{97F9247D-B689-49E0-9D6C-9D3DAB10ABA3}</a:tableStyleId>
              </a:tblPr>
              <a:tblGrid>
                <a:gridCol w="733100"/>
                <a:gridCol w="1126425"/>
                <a:gridCol w="1889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mhs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is 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is male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lintang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arif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1" name="Google Shape;731;g35cea2406a7_0_253"/>
          <p:cNvGraphicFramePr/>
          <p:nvPr/>
        </p:nvGraphicFramePr>
        <p:xfrm>
          <a:off x="59817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{97F9247D-B689-49E0-9D6C-9D3DAB10ABA3}</a:tableStyleId>
              </a:tblPr>
              <a:tblGrid>
                <a:gridCol w="733100"/>
                <a:gridCol w="1126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mhs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is female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lintang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arif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32" name="Google Shape;732;g35cea2406a7_0_253"/>
          <p:cNvSpPr/>
          <p:nvPr/>
        </p:nvSpPr>
        <p:spPr>
          <a:xfrm>
            <a:off x="4943950" y="2631925"/>
            <a:ext cx="743100" cy="26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5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Split the Data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8" name="Google Shape;738;p35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35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Using train_test_split() function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40" name="Google Shape;74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00" y="2013675"/>
            <a:ext cx="6768474" cy="2065825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35"/>
          <p:cNvSpPr txBox="1"/>
          <p:nvPr/>
        </p:nvSpPr>
        <p:spPr>
          <a:xfrm>
            <a:off x="421525" y="1532775"/>
            <a:ext cx="7202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Recall, we want to predict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admit_prob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6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Multicollinearity (1/2)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47" name="Google Shape;747;p36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Variance Inflation Factor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48" name="Google Shape;748;p36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36"/>
          <p:cNvSpPr txBox="1"/>
          <p:nvPr/>
        </p:nvSpPr>
        <p:spPr>
          <a:xfrm>
            <a:off x="421525" y="1532775"/>
            <a:ext cx="8407200" cy="3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Multicollinearity: when two or more features/predictors are </a:t>
            </a: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highly correlated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each other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can cause coefficients of estimates become </a:t>
            </a:r>
            <a:r>
              <a:rPr b="0" i="0" lang="id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unreliable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i.e.  little change in the training data leads to completely different learned coefficients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can detect this by computing </a:t>
            </a: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Variance Inflation Factor (VIF) 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each feature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a high level: </a:t>
            </a: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VIF feature j will be high if j can be predicted using the rest of other features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Vice versa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VIF == 1 → No multicollinearity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VIF between 4 and 10 → Moderate multicollinearity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VIF &gt; 10 →  Severe multicollinearity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0" name="Google Shape;75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5475" y="3128749"/>
            <a:ext cx="2184300" cy="71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7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Multicollinearity (2/2)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56" name="Google Shape;756;p37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Using statsmodels library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57" name="Google Shape;757;p37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8" name="Google Shape;75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00" y="1556475"/>
            <a:ext cx="6617850" cy="188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7775" y="2314350"/>
            <a:ext cx="2814524" cy="24083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760" name="Google Shape;760;p37"/>
          <p:cNvSpPr/>
          <p:nvPr/>
        </p:nvSpPr>
        <p:spPr>
          <a:xfrm>
            <a:off x="5340975" y="2313175"/>
            <a:ext cx="2792700" cy="2416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37"/>
          <p:cNvSpPr/>
          <p:nvPr/>
        </p:nvSpPr>
        <p:spPr>
          <a:xfrm>
            <a:off x="7381450" y="2595247"/>
            <a:ext cx="808800" cy="252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37"/>
          <p:cNvSpPr/>
          <p:nvPr/>
        </p:nvSpPr>
        <p:spPr>
          <a:xfrm>
            <a:off x="7381450" y="4108869"/>
            <a:ext cx="808800" cy="252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8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Feature Correlation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8" name="Google Shape;768;p38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To prevent multicollinearity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9" name="Google Shape;769;p38"/>
          <p:cNvSpPr txBox="1"/>
          <p:nvPr/>
        </p:nvSpPr>
        <p:spPr>
          <a:xfrm>
            <a:off x="421525" y="1532775"/>
            <a:ext cx="3650100" cy="3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can draw a correlation heatmap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sns.heatmap()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found that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gre_score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toefl_score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gpa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highly correlated each other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decide to include only </a:t>
            </a:r>
            <a:r>
              <a:rPr b="0" i="0" lang="id" sz="12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gpa</a:t>
            </a: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represent these three features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Because it is the most correlated with the target variable</a:t>
            </a:r>
            <a:b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 Threshold: abs(corr) &gt;= 0.8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0" name="Google Shape;770;p38"/>
          <p:cNvPicPr preferRelativeResize="0"/>
          <p:nvPr/>
        </p:nvPicPr>
        <p:blipFill rotWithShape="1">
          <a:blip r:embed="rId3">
            <a:alphaModFix/>
          </a:blip>
          <a:srcRect b="0" l="0" r="10658" t="0"/>
          <a:stretch/>
        </p:blipFill>
        <p:spPr>
          <a:xfrm>
            <a:off x="4360526" y="994875"/>
            <a:ext cx="4092874" cy="4148626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38"/>
          <p:cNvSpPr/>
          <p:nvPr/>
        </p:nvSpPr>
        <p:spPr>
          <a:xfrm>
            <a:off x="5821300" y="994877"/>
            <a:ext cx="545400" cy="45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38"/>
          <p:cNvSpPr/>
          <p:nvPr/>
        </p:nvSpPr>
        <p:spPr>
          <a:xfrm>
            <a:off x="7542075" y="1401977"/>
            <a:ext cx="545400" cy="45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38"/>
          <p:cNvSpPr/>
          <p:nvPr/>
        </p:nvSpPr>
        <p:spPr>
          <a:xfrm>
            <a:off x="7542075" y="994865"/>
            <a:ext cx="545400" cy="45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9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Feature Correlation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9" name="Google Shape;779;p39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To prevent multicollinearity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0" name="Google Shape;780;p39"/>
          <p:cNvSpPr txBox="1"/>
          <p:nvPr/>
        </p:nvSpPr>
        <p:spPr>
          <a:xfrm>
            <a:off x="421525" y="1532775"/>
            <a:ext cx="3650100" cy="3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can draw a correlation heatmap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sns.heatmap()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found that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gre_score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toefl_score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gpa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highly correlated each other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decide to include only </a:t>
            </a:r>
            <a:r>
              <a:rPr b="0" i="0" lang="id" sz="12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gpa</a:t>
            </a: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represent these three features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Because it is the most correlated with the target variable</a:t>
            </a:r>
            <a:br>
              <a:rPr b="0" i="0" lang="id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 Threshold: abs(corr) &gt;= 0.8</a:t>
            </a:r>
            <a:endParaRPr b="1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1" name="Google Shape;7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0532" y="994875"/>
            <a:ext cx="4581269" cy="4148626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39"/>
          <p:cNvSpPr/>
          <p:nvPr/>
        </p:nvSpPr>
        <p:spPr>
          <a:xfrm>
            <a:off x="5821300" y="994877"/>
            <a:ext cx="545400" cy="45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39"/>
          <p:cNvSpPr/>
          <p:nvPr/>
        </p:nvSpPr>
        <p:spPr>
          <a:xfrm>
            <a:off x="7542075" y="1401977"/>
            <a:ext cx="545400" cy="45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39"/>
          <p:cNvSpPr/>
          <p:nvPr/>
        </p:nvSpPr>
        <p:spPr>
          <a:xfrm>
            <a:off x="7542075" y="994865"/>
            <a:ext cx="545400" cy="45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39"/>
          <p:cNvSpPr/>
          <p:nvPr/>
        </p:nvSpPr>
        <p:spPr>
          <a:xfrm>
            <a:off x="8408137" y="2834187"/>
            <a:ext cx="545400" cy="45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48C4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0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Training the Model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1" name="Google Shape;791;p40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Excluding </a:t>
            </a:r>
            <a:r>
              <a:rPr b="0" i="0" lang="id" sz="1600" u="none" cap="none" strike="noStrike">
                <a:solidFill>
                  <a:srgbClr val="262626"/>
                </a:solidFill>
                <a:latin typeface="Courier Prime"/>
                <a:ea typeface="Courier Prime"/>
                <a:cs typeface="Courier Prime"/>
                <a:sym typeface="Courier Prime"/>
              </a:rPr>
              <a:t>gre_score</a:t>
            </a: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 and </a:t>
            </a:r>
            <a:r>
              <a:rPr b="0" i="0" lang="id" sz="1600" u="none" cap="none" strike="noStrike">
                <a:solidFill>
                  <a:srgbClr val="262626"/>
                </a:solidFill>
                <a:latin typeface="Courier Prime"/>
                <a:ea typeface="Courier Prime"/>
                <a:cs typeface="Courier Prime"/>
                <a:sym typeface="Courier Prime"/>
              </a:rPr>
              <a:t>toefl_score</a:t>
            </a:r>
            <a:endParaRPr b="0" i="0" sz="16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792" name="Google Shape;792;p40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3" name="Google Shape;793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00" y="1516772"/>
            <a:ext cx="6909326" cy="4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8000" y="2092375"/>
            <a:ext cx="6909326" cy="1889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41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Interpreting the Obtained Model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0" name="Google Shape;800;p41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1" name="Google Shape;80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00" y="1363550"/>
            <a:ext cx="3136274" cy="2566949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41"/>
          <p:cNvSpPr txBox="1"/>
          <p:nvPr/>
        </p:nvSpPr>
        <p:spPr>
          <a:xfrm>
            <a:off x="4440825" y="1363550"/>
            <a:ext cx="43041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d" sz="13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admit_prob = -0.766 </a:t>
            </a:r>
            <a:endParaRPr b="0" i="0" sz="13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d" sz="13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+ 0.007  univ_ranking   </a:t>
            </a:r>
            <a:r>
              <a:rPr b="0" i="0" lang="id" sz="1300" u="none" cap="none" strike="noStrike">
                <a:solidFill>
                  <a:schemeClr val="lt1"/>
                </a:solidFill>
                <a:latin typeface="Courier Prime"/>
                <a:ea typeface="Courier Prime"/>
                <a:cs typeface="Courier Prime"/>
                <a:sym typeface="Courier Prime"/>
              </a:rPr>
              <a:t>iiiiiiiiiiiii</a:t>
            </a:r>
            <a:endParaRPr b="0" i="0" sz="1300" u="none" cap="none" strike="noStrike">
              <a:solidFill>
                <a:schemeClr val="lt1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d" sz="13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+ 0.004 motiv_letter </a:t>
            </a:r>
            <a:endParaRPr b="0" i="0" sz="13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d" sz="1300" u="none" cap="none" strike="noStrike">
                <a:solidFill>
                  <a:schemeClr val="lt1"/>
                </a:solidFill>
                <a:latin typeface="Courier Prime"/>
                <a:ea typeface="Courier Prime"/>
                <a:cs typeface="Courier Prime"/>
                <a:sym typeface="Courier Prime"/>
              </a:rPr>
              <a:t>iiiiiiiiiiiii </a:t>
            </a:r>
            <a:r>
              <a:rPr b="0" i="0" lang="id" sz="13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+ 0.015 recom </a:t>
            </a:r>
            <a:endParaRPr b="0" i="0" sz="13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id" sz="1300">
                <a:latin typeface="Courier Prime"/>
                <a:ea typeface="Courier Prime"/>
                <a:cs typeface="Courier Prime"/>
                <a:sym typeface="Courier Prime"/>
              </a:rPr>
              <a:t>     </a:t>
            </a:r>
            <a:r>
              <a:rPr b="0" i="0" lang="id" sz="13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+ 0.161 gpa </a:t>
            </a:r>
            <a:endParaRPr b="0" i="0" sz="13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d" sz="1300" u="none" cap="none" strike="noStrike">
                <a:solidFill>
                  <a:schemeClr val="lt1"/>
                </a:solidFill>
                <a:latin typeface="Courier Prime"/>
                <a:ea typeface="Courier Prime"/>
                <a:cs typeface="Courier Prime"/>
                <a:sym typeface="Courier Prime"/>
              </a:rPr>
              <a:t>iiiiiiiiiiiii </a:t>
            </a:r>
            <a:r>
              <a:rPr b="0" i="0" lang="id" sz="1300" u="none" cap="none" strike="noStrike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+ 0.038 research</a:t>
            </a:r>
            <a:endParaRPr b="0" i="0" sz="13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Sample coeff interpretation: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increase of 1 point in GPA, while the other features are kept fixed, is associated with an increase of 0.161 point in admit_prob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42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Residual Plot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8" name="Google Shape;808;p42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To check three assumptions of linear regression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09" name="Google Shape;809;p42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42"/>
          <p:cNvSpPr txBox="1"/>
          <p:nvPr/>
        </p:nvSpPr>
        <p:spPr>
          <a:xfrm>
            <a:off x="421525" y="1532775"/>
            <a:ext cx="468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&gt;1 predictor: residual vs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predicted_target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11" name="Google Shape;81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1300" y="1062925"/>
            <a:ext cx="3663325" cy="2916975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42"/>
          <p:cNvSpPr txBox="1"/>
          <p:nvPr/>
        </p:nvSpPr>
        <p:spPr>
          <a:xfrm>
            <a:off x="5238600" y="3988725"/>
            <a:ext cx="3310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relationship ✔️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Constant variance 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Independent observations ✔️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3" name="Google Shape;813;p42"/>
          <p:cNvCxnSpPr/>
          <p:nvPr/>
        </p:nvCxnSpPr>
        <p:spPr>
          <a:xfrm>
            <a:off x="6095100" y="1281200"/>
            <a:ext cx="2390700" cy="745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4" name="Google Shape;814;p42"/>
          <p:cNvCxnSpPr/>
          <p:nvPr/>
        </p:nvCxnSpPr>
        <p:spPr>
          <a:xfrm flipH="1" rot="10800000">
            <a:off x="6018325" y="2484075"/>
            <a:ext cx="2543700" cy="661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15" name="Google Shape;815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800" y="2063775"/>
            <a:ext cx="4549151" cy="20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3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QQ-Plot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21" name="Google Shape;821;p43"/>
          <p:cNvSpPr txBox="1"/>
          <p:nvPr/>
        </p:nvSpPr>
        <p:spPr>
          <a:xfrm>
            <a:off x="508000" y="1149363"/>
            <a:ext cx="4683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262626"/>
                </a:solidFill>
                <a:latin typeface="Trebuchet MS"/>
                <a:ea typeface="Trebuchet MS"/>
                <a:cs typeface="Trebuchet MS"/>
                <a:sym typeface="Trebuchet MS"/>
              </a:rPr>
              <a:t>The same as before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22" name="Google Shape;822;p43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43"/>
          <p:cNvSpPr txBox="1"/>
          <p:nvPr/>
        </p:nvSpPr>
        <p:spPr>
          <a:xfrm>
            <a:off x="3667425" y="3050631"/>
            <a:ext cx="4437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Normality ✔️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Slightly skewed, though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4" name="Google Shape;82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00" y="1468100"/>
            <a:ext cx="6212462" cy="1509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8000" y="3044175"/>
            <a:ext cx="3021299" cy="20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45"/>
          <p:cNvSpPr txBox="1"/>
          <p:nvPr/>
        </p:nvSpPr>
        <p:spPr>
          <a:xfrm>
            <a:off x="673177" y="2015950"/>
            <a:ext cx="45378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600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b="0" i="0" lang="id" sz="1400" u="none" cap="none" strike="noStrike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Open today’s Jupyter notebook on your Google Colab!</a:t>
            </a:r>
            <a:endParaRPr b="0" i="0" sz="1400" u="none" cap="none" strike="noStrike"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●"/>
            </a:pPr>
            <a:r>
              <a:rPr b="0" i="0" lang="id" sz="1400" u="none" cap="none" strike="noStrike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Make sure you have uploaded the required CSV files to your google drive</a:t>
            </a:r>
            <a:endParaRPr b="0" i="0" sz="1400" u="none" cap="none" strike="noStrike"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D"/>
              </a:buClr>
              <a:buSzPts val="1400"/>
              <a:buFont typeface="Trebuchet MS"/>
              <a:buChar char="○"/>
            </a:pPr>
            <a:r>
              <a:rPr b="0" i="0" lang="id" sz="1400" u="none" cap="none" strike="noStrike">
                <a:solidFill>
                  <a:srgbClr val="23232D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Remember the file path!</a:t>
            </a:r>
            <a:endParaRPr b="0" i="0" sz="1400" u="none" cap="none" strike="noStrike">
              <a:solidFill>
                <a:srgbClr val="23232D"/>
              </a:solidFill>
              <a:highlight>
                <a:schemeClr val="lt1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31" name="Google Shape;831;p45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2" name="Google Shape;83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7750" y="1650725"/>
            <a:ext cx="3463329" cy="1842050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45"/>
          <p:cNvSpPr txBox="1"/>
          <p:nvPr>
            <p:ph type="title"/>
          </p:nvPr>
        </p:nvSpPr>
        <p:spPr>
          <a:xfrm>
            <a:off x="1689375" y="804325"/>
            <a:ext cx="64026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Hands-On</a:t>
            </a:r>
            <a:endParaRPr sz="4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34" name="Google Shape;834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048" y="629600"/>
            <a:ext cx="1016200" cy="10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2b9b1d738a_0_0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R2 Score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40" name="Google Shape;840;g32b9b1d738a_0_0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g32b9b1d738a_0_0"/>
          <p:cNvSpPr txBox="1"/>
          <p:nvPr/>
        </p:nvSpPr>
        <p:spPr>
          <a:xfrm>
            <a:off x="421525" y="1227975"/>
            <a:ext cx="7016400" cy="3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R2 score measures portion of variability of the target variable that is successfully explained (modelled) by the features included in the model 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higher == the better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 value (not possible, though) is 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Interpretation: 79.86% of variability of </a:t>
            </a:r>
            <a:r>
              <a:rPr b="0" i="0" lang="id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admit_prob</a:t>
            </a: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successfully explained using all the features in the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2" name="Google Shape;842;g32b9b1d738a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175" y="2762750"/>
            <a:ext cx="4072975" cy="12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2b9b1d738a_0_18"/>
          <p:cNvSpPr txBox="1"/>
          <p:nvPr>
            <p:ph type="title"/>
          </p:nvPr>
        </p:nvSpPr>
        <p:spPr>
          <a:xfrm>
            <a:off x="508000" y="4635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R2 Score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48" name="Google Shape;848;g32b9b1d738a_0_18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g32b9b1d738a_0_18"/>
          <p:cNvSpPr txBox="1"/>
          <p:nvPr/>
        </p:nvSpPr>
        <p:spPr>
          <a:xfrm>
            <a:off x="421525" y="1227975"/>
            <a:ext cx="70164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R2 score measures portion of variability of the target variable that is successfully explained (modelled) by the features included in the model </a:t>
            </a:r>
            <a:b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0" name="Google Shape;850;g32b9b1d738a_0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175" y="2762750"/>
            <a:ext cx="4072975" cy="12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2b9b1d738a_0_7"/>
          <p:cNvSpPr txBox="1"/>
          <p:nvPr>
            <p:ph type="title"/>
          </p:nvPr>
        </p:nvSpPr>
        <p:spPr>
          <a:xfrm>
            <a:off x="508000" y="2349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RMSE and MAE (1)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56" name="Google Shape;856;g32b9b1d738a_0_7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7" name="Google Shape;857;g32b9b1d738a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025" y="1081553"/>
            <a:ext cx="2317275" cy="88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g32b9b1d738a_0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475" y="2067125"/>
            <a:ext cx="2178375" cy="77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g32b9b1d738a_0_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31350" y="898325"/>
            <a:ext cx="5852900" cy="2347378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g32b9b1d738a_0_7"/>
          <p:cNvSpPr txBox="1"/>
          <p:nvPr/>
        </p:nvSpPr>
        <p:spPr>
          <a:xfrm>
            <a:off x="573925" y="3245700"/>
            <a:ext cx="7922700" cy="18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id" sz="1300"/>
              <a:t>RSME dan MAE :  dua metrik yang umum digunakan untuk mengukur tingkat kesalahan (error) suatu model prediksi.</a:t>
            </a:r>
            <a:endParaRPr sz="1300"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id" sz="1300"/>
              <a:t>Interpretasi: MAE memberikan nilai rata-rata kesalahan dalam satuan yang sama dengan data asli. Semakin kecil nilai MAE, semakin akurat model prediksi.</a:t>
            </a:r>
            <a:endParaRPr sz="1300"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id" sz="1300"/>
              <a:t>RMSE memberikan nilai rata-rata kesalahan dalam satuan yang sama dengan data asli. Namun, karena kesalahan dikuadratkan terlebih dahulu, kesalahan yang besar akan memberikan kontribusi yang lebih besar pada nilai RMSE.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2b9b1d738a_0_35"/>
          <p:cNvSpPr txBox="1"/>
          <p:nvPr>
            <p:ph type="title"/>
          </p:nvPr>
        </p:nvSpPr>
        <p:spPr>
          <a:xfrm>
            <a:off x="508000" y="234975"/>
            <a:ext cx="83208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34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RMSE and MAE (1)</a:t>
            </a:r>
            <a:endParaRPr sz="3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66" name="Google Shape;866;g32b9b1d738a_0_35"/>
          <p:cNvSpPr/>
          <p:nvPr/>
        </p:nvSpPr>
        <p:spPr>
          <a:xfrm>
            <a:off x="8549183" y="4562810"/>
            <a:ext cx="594900" cy="580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g32b9b1d738a_0_35"/>
          <p:cNvSpPr txBox="1"/>
          <p:nvPr/>
        </p:nvSpPr>
        <p:spPr>
          <a:xfrm>
            <a:off x="573925" y="1372100"/>
            <a:ext cx="7922700" cy="3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/>
              <a:t>Simulasi</a:t>
            </a:r>
            <a:endParaRPr sz="1300"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id" sz="1300"/>
              <a:t>Kasus 	: memprediksi penjualan produk di toko konoha</a:t>
            </a:r>
            <a:endParaRPr sz="1300"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id" sz="1300"/>
              <a:t>Distribusi	: rata-rata 1 produk terjual 1000 dalam 1 bulan</a:t>
            </a:r>
            <a:endParaRPr sz="1300"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300"/>
              <a:t>MAE		: 10 : ketika memprediksi ada error +- sekitar 10 dari rata-rata 1000. 10/1000 = 1%</a:t>
            </a:r>
            <a:endParaRPr sz="1300"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300"/>
              <a:t>RMSE	: 30</a:t>
            </a:r>
            <a:endParaRPr sz="13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/>
              <a:t>Bagaimana menjelaskan performa model berdasarkan error kepada stakeholders?</a:t>
            </a:r>
            <a:endParaRPr sz="13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/>
              <a:t>harga motor -&gt; mae : 1 juta</a:t>
            </a:r>
            <a:endParaRPr sz="13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/>
              <a:t>harga motor : 20jt : 1jt</a:t>
            </a:r>
            <a:endParaRPr sz="13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highlight>
                  <a:srgbClr val="D9EAD3"/>
                </a:highlight>
              </a:rPr>
              <a:t>harga mobil  </a:t>
            </a:r>
            <a:r>
              <a:rPr lang="id" sz="1300">
                <a:solidFill>
                  <a:schemeClr val="dk1"/>
                </a:solidFill>
                <a:highlight>
                  <a:srgbClr val="D9EAD3"/>
                </a:highlight>
              </a:rPr>
              <a:t>-&gt; mae : 2 juta</a:t>
            </a:r>
            <a:endParaRPr sz="1300">
              <a:solidFill>
                <a:schemeClr val="dk1"/>
              </a:solidFill>
              <a:highlight>
                <a:srgbClr val="D9EAD3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solidFill>
                  <a:schemeClr val="dk1"/>
                </a:solidFill>
                <a:highlight>
                  <a:srgbClr val="D9EAD3"/>
                </a:highlight>
              </a:rPr>
              <a:t>harga mobil 250 jt : 2 jt</a:t>
            </a:r>
            <a:endParaRPr sz="1300">
              <a:solidFill>
                <a:schemeClr val="dk1"/>
              </a:solidFill>
              <a:highlight>
                <a:srgbClr val="D9EAD3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solidFill>
                  <a:schemeClr val="dk1"/>
                </a:solidFill>
              </a:rPr>
              <a:t>mae jelek 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solidFill>
                  <a:schemeClr val="dk1"/>
                </a:solidFill>
              </a:rPr>
              <a:t>r2 bagus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2" name="Google Shape;872;p46"/>
          <p:cNvGrpSpPr/>
          <p:nvPr/>
        </p:nvGrpSpPr>
        <p:grpSpPr>
          <a:xfrm>
            <a:off x="0" y="2"/>
            <a:ext cx="9144000" cy="2081215"/>
            <a:chOff x="0" y="5"/>
            <a:chExt cx="18288000" cy="4162430"/>
          </a:xfrm>
        </p:grpSpPr>
        <p:sp>
          <p:nvSpPr>
            <p:cNvPr id="873" name="Google Shape;873;p46"/>
            <p:cNvSpPr/>
            <p:nvPr/>
          </p:nvSpPr>
          <p:spPr>
            <a:xfrm>
              <a:off x="0" y="5"/>
              <a:ext cx="18288000" cy="4162425"/>
            </a:xfrm>
            <a:custGeom>
              <a:rect b="b" l="l" r="r" t="t"/>
              <a:pathLst>
                <a:path extrusionOk="0" h="4162425" w="18288000">
                  <a:moveTo>
                    <a:pt x="18288000" y="4162425"/>
                  </a:moveTo>
                  <a:lnTo>
                    <a:pt x="0" y="4162425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4162425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46"/>
            <p:cNvSpPr/>
            <p:nvPr/>
          </p:nvSpPr>
          <p:spPr>
            <a:xfrm>
              <a:off x="14123883" y="10"/>
              <a:ext cx="4162425" cy="4162425"/>
            </a:xfrm>
            <a:custGeom>
              <a:rect b="b" l="l" r="r" t="t"/>
              <a:pathLst>
                <a:path extrusionOk="0" h="4162425" w="4162425">
                  <a:moveTo>
                    <a:pt x="1853526" y="4162411"/>
                  </a:moveTo>
                  <a:lnTo>
                    <a:pt x="0" y="4162411"/>
                  </a:lnTo>
                  <a:lnTo>
                    <a:pt x="276" y="4113909"/>
                  </a:lnTo>
                  <a:lnTo>
                    <a:pt x="1105" y="4065539"/>
                  </a:lnTo>
                  <a:lnTo>
                    <a:pt x="2481" y="4017305"/>
                  </a:lnTo>
                  <a:lnTo>
                    <a:pt x="4404" y="3969210"/>
                  </a:lnTo>
                  <a:lnTo>
                    <a:pt x="6869" y="3921256"/>
                  </a:lnTo>
                  <a:lnTo>
                    <a:pt x="9873" y="3873446"/>
                  </a:lnTo>
                  <a:lnTo>
                    <a:pt x="13414" y="3825784"/>
                  </a:lnTo>
                  <a:lnTo>
                    <a:pt x="17489" y="3778273"/>
                  </a:lnTo>
                  <a:lnTo>
                    <a:pt x="22094" y="3730914"/>
                  </a:lnTo>
                  <a:lnTo>
                    <a:pt x="27227" y="3683713"/>
                  </a:lnTo>
                  <a:lnTo>
                    <a:pt x="32884" y="3636671"/>
                  </a:lnTo>
                  <a:lnTo>
                    <a:pt x="39063" y="3589791"/>
                  </a:lnTo>
                  <a:lnTo>
                    <a:pt x="45761" y="3543077"/>
                  </a:lnTo>
                  <a:lnTo>
                    <a:pt x="52974" y="3496531"/>
                  </a:lnTo>
                  <a:lnTo>
                    <a:pt x="60700" y="3450156"/>
                  </a:lnTo>
                  <a:lnTo>
                    <a:pt x="68935" y="3403956"/>
                  </a:lnTo>
                  <a:lnTo>
                    <a:pt x="77677" y="3357934"/>
                  </a:lnTo>
                  <a:lnTo>
                    <a:pt x="86923" y="3312091"/>
                  </a:lnTo>
                  <a:lnTo>
                    <a:pt x="96670" y="3266433"/>
                  </a:lnTo>
                  <a:lnTo>
                    <a:pt x="106914" y="3220960"/>
                  </a:lnTo>
                  <a:lnTo>
                    <a:pt x="117652" y="3175677"/>
                  </a:lnTo>
                  <a:lnTo>
                    <a:pt x="128883" y="3130587"/>
                  </a:lnTo>
                  <a:lnTo>
                    <a:pt x="140602" y="3085691"/>
                  </a:lnTo>
                  <a:lnTo>
                    <a:pt x="152806" y="3040994"/>
                  </a:lnTo>
                  <a:lnTo>
                    <a:pt x="165494" y="2996499"/>
                  </a:lnTo>
                  <a:lnTo>
                    <a:pt x="178661" y="2952208"/>
                  </a:lnTo>
                  <a:lnTo>
                    <a:pt x="192305" y="2908124"/>
                  </a:lnTo>
                  <a:lnTo>
                    <a:pt x="206422" y="2864250"/>
                  </a:lnTo>
                  <a:lnTo>
                    <a:pt x="221011" y="2820590"/>
                  </a:lnTo>
                  <a:lnTo>
                    <a:pt x="236067" y="2777146"/>
                  </a:lnTo>
                  <a:lnTo>
                    <a:pt x="251587" y="2733922"/>
                  </a:lnTo>
                  <a:lnTo>
                    <a:pt x="267570" y="2690919"/>
                  </a:lnTo>
                  <a:lnTo>
                    <a:pt x="284011" y="2648142"/>
                  </a:lnTo>
                  <a:lnTo>
                    <a:pt x="300908" y="2605594"/>
                  </a:lnTo>
                  <a:lnTo>
                    <a:pt x="318258" y="2563276"/>
                  </a:lnTo>
                  <a:lnTo>
                    <a:pt x="336057" y="2521193"/>
                  </a:lnTo>
                  <a:lnTo>
                    <a:pt x="354304" y="2479347"/>
                  </a:lnTo>
                  <a:lnTo>
                    <a:pt x="372994" y="2437742"/>
                  </a:lnTo>
                  <a:lnTo>
                    <a:pt x="392125" y="2396380"/>
                  </a:lnTo>
                  <a:lnTo>
                    <a:pt x="411693" y="2355263"/>
                  </a:lnTo>
                  <a:lnTo>
                    <a:pt x="431697" y="2314397"/>
                  </a:lnTo>
                  <a:lnTo>
                    <a:pt x="452132" y="2273782"/>
                  </a:lnTo>
                  <a:lnTo>
                    <a:pt x="472996" y="2233423"/>
                  </a:lnTo>
                  <a:lnTo>
                    <a:pt x="494286" y="2193322"/>
                  </a:lnTo>
                  <a:lnTo>
                    <a:pt x="515999" y="2153482"/>
                  </a:lnTo>
                  <a:lnTo>
                    <a:pt x="538132" y="2113906"/>
                  </a:lnTo>
                  <a:lnTo>
                    <a:pt x="560681" y="2074597"/>
                  </a:lnTo>
                  <a:lnTo>
                    <a:pt x="583644" y="2035559"/>
                  </a:lnTo>
                  <a:lnTo>
                    <a:pt x="607018" y="1996794"/>
                  </a:lnTo>
                  <a:lnTo>
                    <a:pt x="630800" y="1958305"/>
                  </a:lnTo>
                  <a:lnTo>
                    <a:pt x="654987" y="1920095"/>
                  </a:lnTo>
                  <a:lnTo>
                    <a:pt x="679576" y="1882168"/>
                  </a:lnTo>
                  <a:lnTo>
                    <a:pt x="704564" y="1844525"/>
                  </a:lnTo>
                  <a:lnTo>
                    <a:pt x="729947" y="1807171"/>
                  </a:lnTo>
                  <a:lnTo>
                    <a:pt x="755724" y="1770108"/>
                  </a:lnTo>
                  <a:lnTo>
                    <a:pt x="781890" y="1733339"/>
                  </a:lnTo>
                  <a:lnTo>
                    <a:pt x="808444" y="1696867"/>
                  </a:lnTo>
                  <a:lnTo>
                    <a:pt x="835381" y="1660695"/>
                  </a:lnTo>
                  <a:lnTo>
                    <a:pt x="862699" y="1624827"/>
                  </a:lnTo>
                  <a:lnTo>
                    <a:pt x="890395" y="1589264"/>
                  </a:lnTo>
                  <a:lnTo>
                    <a:pt x="918466" y="1554011"/>
                  </a:lnTo>
                  <a:lnTo>
                    <a:pt x="946909" y="1519069"/>
                  </a:lnTo>
                  <a:lnTo>
                    <a:pt x="975721" y="1484443"/>
                  </a:lnTo>
                  <a:lnTo>
                    <a:pt x="1004899" y="1450135"/>
                  </a:lnTo>
                  <a:lnTo>
                    <a:pt x="1034440" y="1416148"/>
                  </a:lnTo>
                  <a:lnTo>
                    <a:pt x="1064341" y="1382485"/>
                  </a:lnTo>
                  <a:lnTo>
                    <a:pt x="1094599" y="1349149"/>
                  </a:lnTo>
                  <a:lnTo>
                    <a:pt x="1125211" y="1316143"/>
                  </a:lnTo>
                  <a:lnTo>
                    <a:pt x="1156174" y="1283470"/>
                  </a:lnTo>
                  <a:lnTo>
                    <a:pt x="1187484" y="1251133"/>
                  </a:lnTo>
                  <a:lnTo>
                    <a:pt x="1219140" y="1219135"/>
                  </a:lnTo>
                  <a:lnTo>
                    <a:pt x="1251138" y="1187479"/>
                  </a:lnTo>
                  <a:lnTo>
                    <a:pt x="1283475" y="1156169"/>
                  </a:lnTo>
                  <a:lnTo>
                    <a:pt x="1316148" y="1125206"/>
                  </a:lnTo>
                  <a:lnTo>
                    <a:pt x="1349154" y="1094594"/>
                  </a:lnTo>
                  <a:lnTo>
                    <a:pt x="1382490" y="1064336"/>
                  </a:lnTo>
                  <a:lnTo>
                    <a:pt x="1416153" y="1034435"/>
                  </a:lnTo>
                  <a:lnTo>
                    <a:pt x="1450141" y="1004895"/>
                  </a:lnTo>
                  <a:lnTo>
                    <a:pt x="1484449" y="975717"/>
                  </a:lnTo>
                  <a:lnTo>
                    <a:pt x="1519075" y="946905"/>
                  </a:lnTo>
                  <a:lnTo>
                    <a:pt x="1554017" y="918462"/>
                  </a:lnTo>
                  <a:lnTo>
                    <a:pt x="1589270" y="890391"/>
                  </a:lnTo>
                  <a:lnTo>
                    <a:pt x="1624833" y="862695"/>
                  </a:lnTo>
                  <a:lnTo>
                    <a:pt x="1660702" y="835377"/>
                  </a:lnTo>
                  <a:lnTo>
                    <a:pt x="1696874" y="808440"/>
                  </a:lnTo>
                  <a:lnTo>
                    <a:pt x="1733346" y="781887"/>
                  </a:lnTo>
                  <a:lnTo>
                    <a:pt x="1770115" y="755720"/>
                  </a:lnTo>
                  <a:lnTo>
                    <a:pt x="1807178" y="729944"/>
                  </a:lnTo>
                  <a:lnTo>
                    <a:pt x="1844532" y="704561"/>
                  </a:lnTo>
                  <a:lnTo>
                    <a:pt x="1882175" y="679573"/>
                  </a:lnTo>
                  <a:lnTo>
                    <a:pt x="1920103" y="654984"/>
                  </a:lnTo>
                  <a:lnTo>
                    <a:pt x="1958313" y="630798"/>
                  </a:lnTo>
                  <a:lnTo>
                    <a:pt x="1996802" y="607016"/>
                  </a:lnTo>
                  <a:lnTo>
                    <a:pt x="2035567" y="583642"/>
                  </a:lnTo>
                  <a:lnTo>
                    <a:pt x="2074605" y="560678"/>
                  </a:lnTo>
                  <a:lnTo>
                    <a:pt x="2113914" y="538129"/>
                  </a:lnTo>
                  <a:lnTo>
                    <a:pt x="2153490" y="515996"/>
                  </a:lnTo>
                  <a:lnTo>
                    <a:pt x="2193330" y="494284"/>
                  </a:lnTo>
                  <a:lnTo>
                    <a:pt x="2233431" y="472994"/>
                  </a:lnTo>
                  <a:lnTo>
                    <a:pt x="2273790" y="452130"/>
                  </a:lnTo>
                  <a:lnTo>
                    <a:pt x="2314405" y="431695"/>
                  </a:lnTo>
                  <a:lnTo>
                    <a:pt x="2355272" y="411691"/>
                  </a:lnTo>
                  <a:lnTo>
                    <a:pt x="2396388" y="392123"/>
                  </a:lnTo>
                  <a:lnTo>
                    <a:pt x="2437750" y="372992"/>
                  </a:lnTo>
                  <a:lnTo>
                    <a:pt x="2479356" y="354302"/>
                  </a:lnTo>
                  <a:lnTo>
                    <a:pt x="2521202" y="336056"/>
                  </a:lnTo>
                  <a:lnTo>
                    <a:pt x="2563285" y="318256"/>
                  </a:lnTo>
                  <a:lnTo>
                    <a:pt x="2605603" y="300907"/>
                  </a:lnTo>
                  <a:lnTo>
                    <a:pt x="2648151" y="284010"/>
                  </a:lnTo>
                  <a:lnTo>
                    <a:pt x="2690928" y="267569"/>
                  </a:lnTo>
                  <a:lnTo>
                    <a:pt x="2733931" y="251586"/>
                  </a:lnTo>
                  <a:lnTo>
                    <a:pt x="2777155" y="236066"/>
                  </a:lnTo>
                  <a:lnTo>
                    <a:pt x="2820599" y="221010"/>
                  </a:lnTo>
                  <a:lnTo>
                    <a:pt x="2864260" y="206421"/>
                  </a:lnTo>
                  <a:lnTo>
                    <a:pt x="2908133" y="192304"/>
                  </a:lnTo>
                  <a:lnTo>
                    <a:pt x="2952217" y="178660"/>
                  </a:lnTo>
                  <a:lnTo>
                    <a:pt x="2996508" y="165493"/>
                  </a:lnTo>
                  <a:lnTo>
                    <a:pt x="3041004" y="152806"/>
                  </a:lnTo>
                  <a:lnTo>
                    <a:pt x="3085701" y="140601"/>
                  </a:lnTo>
                  <a:lnTo>
                    <a:pt x="3130596" y="128882"/>
                  </a:lnTo>
                  <a:lnTo>
                    <a:pt x="3175687" y="117652"/>
                  </a:lnTo>
                  <a:lnTo>
                    <a:pt x="3220970" y="106913"/>
                  </a:lnTo>
                  <a:lnTo>
                    <a:pt x="3266443" y="96669"/>
                  </a:lnTo>
                  <a:lnTo>
                    <a:pt x="3312101" y="86923"/>
                  </a:lnTo>
                  <a:lnTo>
                    <a:pt x="3357944" y="77677"/>
                  </a:lnTo>
                  <a:lnTo>
                    <a:pt x="3403966" y="68935"/>
                  </a:lnTo>
                  <a:lnTo>
                    <a:pt x="3450166" y="60700"/>
                  </a:lnTo>
                  <a:lnTo>
                    <a:pt x="3496541" y="52974"/>
                  </a:lnTo>
                  <a:lnTo>
                    <a:pt x="3543087" y="45761"/>
                  </a:lnTo>
                  <a:lnTo>
                    <a:pt x="3589801" y="39063"/>
                  </a:lnTo>
                  <a:lnTo>
                    <a:pt x="3636681" y="32884"/>
                  </a:lnTo>
                  <a:lnTo>
                    <a:pt x="3683723" y="27227"/>
                  </a:lnTo>
                  <a:lnTo>
                    <a:pt x="3730925" y="22094"/>
                  </a:lnTo>
                  <a:lnTo>
                    <a:pt x="3778283" y="17489"/>
                  </a:lnTo>
                  <a:lnTo>
                    <a:pt x="3825794" y="13414"/>
                  </a:lnTo>
                  <a:lnTo>
                    <a:pt x="3873457" y="9873"/>
                  </a:lnTo>
                  <a:lnTo>
                    <a:pt x="3921266" y="6869"/>
                  </a:lnTo>
                  <a:lnTo>
                    <a:pt x="3969220" y="4404"/>
                  </a:lnTo>
                  <a:lnTo>
                    <a:pt x="4017316" y="2481"/>
                  </a:lnTo>
                  <a:lnTo>
                    <a:pt x="4065550" y="1105"/>
                  </a:lnTo>
                  <a:lnTo>
                    <a:pt x="4113919" y="276"/>
                  </a:lnTo>
                  <a:lnTo>
                    <a:pt x="4162421" y="0"/>
                  </a:lnTo>
                  <a:lnTo>
                    <a:pt x="4162421" y="1853505"/>
                  </a:lnTo>
                  <a:lnTo>
                    <a:pt x="4114115" y="1854000"/>
                  </a:lnTo>
                  <a:lnTo>
                    <a:pt x="4066051" y="1855480"/>
                  </a:lnTo>
                  <a:lnTo>
                    <a:pt x="4018238" y="1857934"/>
                  </a:lnTo>
                  <a:lnTo>
                    <a:pt x="3970686" y="1861353"/>
                  </a:lnTo>
                  <a:lnTo>
                    <a:pt x="3923405" y="1865727"/>
                  </a:lnTo>
                  <a:lnTo>
                    <a:pt x="3876404" y="1871047"/>
                  </a:lnTo>
                  <a:lnTo>
                    <a:pt x="3829693" y="1877303"/>
                  </a:lnTo>
                  <a:lnTo>
                    <a:pt x="3783282" y="1884485"/>
                  </a:lnTo>
                  <a:lnTo>
                    <a:pt x="3737179" y="1892583"/>
                  </a:lnTo>
                  <a:lnTo>
                    <a:pt x="3691396" y="1901589"/>
                  </a:lnTo>
                  <a:lnTo>
                    <a:pt x="3645941" y="1911492"/>
                  </a:lnTo>
                  <a:lnTo>
                    <a:pt x="3600825" y="1922283"/>
                  </a:lnTo>
                  <a:lnTo>
                    <a:pt x="3556056" y="1933952"/>
                  </a:lnTo>
                  <a:lnTo>
                    <a:pt x="3511645" y="1946490"/>
                  </a:lnTo>
                  <a:lnTo>
                    <a:pt x="3467600" y="1959886"/>
                  </a:lnTo>
                  <a:lnTo>
                    <a:pt x="3423933" y="1974132"/>
                  </a:lnTo>
                  <a:lnTo>
                    <a:pt x="3380652" y="1989217"/>
                  </a:lnTo>
                  <a:lnTo>
                    <a:pt x="3337766" y="2005132"/>
                  </a:lnTo>
                  <a:lnTo>
                    <a:pt x="3295287" y="2021867"/>
                  </a:lnTo>
                  <a:lnTo>
                    <a:pt x="3253223" y="2039413"/>
                  </a:lnTo>
                  <a:lnTo>
                    <a:pt x="3211583" y="2057760"/>
                  </a:lnTo>
                  <a:lnTo>
                    <a:pt x="3170379" y="2076898"/>
                  </a:lnTo>
                  <a:lnTo>
                    <a:pt x="3129618" y="2096818"/>
                  </a:lnTo>
                  <a:lnTo>
                    <a:pt x="3089312" y="2117510"/>
                  </a:lnTo>
                  <a:lnTo>
                    <a:pt x="3049468" y="2138964"/>
                  </a:lnTo>
                  <a:lnTo>
                    <a:pt x="3010098" y="2161172"/>
                  </a:lnTo>
                  <a:lnTo>
                    <a:pt x="2971211" y="2184122"/>
                  </a:lnTo>
                  <a:lnTo>
                    <a:pt x="2932817" y="2207806"/>
                  </a:lnTo>
                  <a:lnTo>
                    <a:pt x="2894924" y="2232213"/>
                  </a:lnTo>
                  <a:lnTo>
                    <a:pt x="2857543" y="2257335"/>
                  </a:lnTo>
                  <a:lnTo>
                    <a:pt x="2820683" y="2283161"/>
                  </a:lnTo>
                  <a:lnTo>
                    <a:pt x="2784355" y="2309683"/>
                  </a:lnTo>
                  <a:lnTo>
                    <a:pt x="2748567" y="2336889"/>
                  </a:lnTo>
                  <a:lnTo>
                    <a:pt x="2713329" y="2364772"/>
                  </a:lnTo>
                  <a:lnTo>
                    <a:pt x="2678652" y="2393320"/>
                  </a:lnTo>
                  <a:lnTo>
                    <a:pt x="2644543" y="2422524"/>
                  </a:lnTo>
                  <a:lnTo>
                    <a:pt x="2611014" y="2452376"/>
                  </a:lnTo>
                  <a:lnTo>
                    <a:pt x="2578074" y="2482864"/>
                  </a:lnTo>
                  <a:lnTo>
                    <a:pt x="2545733" y="2513980"/>
                  </a:lnTo>
                  <a:lnTo>
                    <a:pt x="2513999" y="2545713"/>
                  </a:lnTo>
                  <a:lnTo>
                    <a:pt x="2482884" y="2578055"/>
                  </a:lnTo>
                  <a:lnTo>
                    <a:pt x="2452395" y="2610995"/>
                  </a:lnTo>
                  <a:lnTo>
                    <a:pt x="2422544" y="2644524"/>
                  </a:lnTo>
                  <a:lnTo>
                    <a:pt x="2393340" y="2678633"/>
                  </a:lnTo>
                  <a:lnTo>
                    <a:pt x="2364792" y="2713310"/>
                  </a:lnTo>
                  <a:lnTo>
                    <a:pt x="2336909" y="2748548"/>
                  </a:lnTo>
                  <a:lnTo>
                    <a:pt x="2309703" y="2784336"/>
                  </a:lnTo>
                  <a:lnTo>
                    <a:pt x="2283182" y="2820665"/>
                  </a:lnTo>
                  <a:lnTo>
                    <a:pt x="2257355" y="2857525"/>
                  </a:lnTo>
                  <a:lnTo>
                    <a:pt x="2232234" y="2894906"/>
                  </a:lnTo>
                  <a:lnTo>
                    <a:pt x="2207826" y="2932799"/>
                  </a:lnTo>
                  <a:lnTo>
                    <a:pt x="2184142" y="2971193"/>
                  </a:lnTo>
                  <a:lnTo>
                    <a:pt x="2161192" y="3010081"/>
                  </a:lnTo>
                  <a:lnTo>
                    <a:pt x="2138985" y="3049451"/>
                  </a:lnTo>
                  <a:lnTo>
                    <a:pt x="2117531" y="3089294"/>
                  </a:lnTo>
                  <a:lnTo>
                    <a:pt x="2096839" y="3129601"/>
                  </a:lnTo>
                  <a:lnTo>
                    <a:pt x="2076919" y="3170362"/>
                  </a:lnTo>
                  <a:lnTo>
                    <a:pt x="2057781" y="3211567"/>
                  </a:lnTo>
                  <a:lnTo>
                    <a:pt x="2039434" y="3253206"/>
                  </a:lnTo>
                  <a:lnTo>
                    <a:pt x="2021888" y="3295271"/>
                  </a:lnTo>
                  <a:lnTo>
                    <a:pt x="2005153" y="3337750"/>
                  </a:lnTo>
                  <a:lnTo>
                    <a:pt x="1989238" y="3380636"/>
                  </a:lnTo>
                  <a:lnTo>
                    <a:pt x="1974152" y="3423917"/>
                  </a:lnTo>
                  <a:lnTo>
                    <a:pt x="1959907" y="3467585"/>
                  </a:lnTo>
                  <a:lnTo>
                    <a:pt x="1946511" y="3511629"/>
                  </a:lnTo>
                  <a:lnTo>
                    <a:pt x="1933973" y="3556041"/>
                  </a:lnTo>
                  <a:lnTo>
                    <a:pt x="1922304" y="3600810"/>
                  </a:lnTo>
                  <a:lnTo>
                    <a:pt x="1911513" y="3645927"/>
                  </a:lnTo>
                  <a:lnTo>
                    <a:pt x="1901610" y="3691382"/>
                  </a:lnTo>
                  <a:lnTo>
                    <a:pt x="1892604" y="3737166"/>
                  </a:lnTo>
                  <a:lnTo>
                    <a:pt x="1884505" y="3783268"/>
                  </a:lnTo>
                  <a:lnTo>
                    <a:pt x="1877323" y="3829680"/>
                  </a:lnTo>
                  <a:lnTo>
                    <a:pt x="1871068" y="3876391"/>
                  </a:lnTo>
                  <a:lnTo>
                    <a:pt x="1865748" y="3923393"/>
                  </a:lnTo>
                  <a:lnTo>
                    <a:pt x="1861374" y="3970674"/>
                  </a:lnTo>
                  <a:lnTo>
                    <a:pt x="1857955" y="4018226"/>
                  </a:lnTo>
                  <a:lnTo>
                    <a:pt x="1855501" y="4066040"/>
                  </a:lnTo>
                  <a:lnTo>
                    <a:pt x="1854021" y="4114105"/>
                  </a:lnTo>
                  <a:lnTo>
                    <a:pt x="1853526" y="4162411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5" name="Google Shape;875;p46"/>
          <p:cNvSpPr txBox="1"/>
          <p:nvPr>
            <p:ph type="title"/>
          </p:nvPr>
        </p:nvSpPr>
        <p:spPr>
          <a:xfrm>
            <a:off x="508000" y="640675"/>
            <a:ext cx="63609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200">
                <a:latin typeface="Georgia"/>
                <a:ea typeface="Georgia"/>
                <a:cs typeface="Georgia"/>
                <a:sym typeface="Georgia"/>
              </a:rPr>
              <a:t>Model Evaluation (1/2)</a:t>
            </a:r>
            <a:endParaRPr sz="4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6" name="Google Shape;876;p46"/>
          <p:cNvSpPr txBox="1"/>
          <p:nvPr/>
        </p:nvSpPr>
        <p:spPr>
          <a:xfrm>
            <a:off x="421525" y="2106925"/>
            <a:ext cx="5117400" cy="25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we are satisfied (enough) with the model, we perform model evaluation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Essentially, we check how is the </a:t>
            </a:r>
            <a:r>
              <a:rPr b="1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performance on test data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do so, we will compute evaluation metric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Root Mean Squared Error (RMSE):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standard deviation of our prediction errors with respect to the regression line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</a:pPr>
            <a:r>
              <a:rPr b="0" i="0" lang="id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a measure of how spread out the residuals are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7" name="Google Shape;87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1298" y="2860598"/>
            <a:ext cx="3292425" cy="118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2" name="Google Shape;882;p47"/>
          <p:cNvGrpSpPr/>
          <p:nvPr/>
        </p:nvGrpSpPr>
        <p:grpSpPr>
          <a:xfrm>
            <a:off x="0" y="2"/>
            <a:ext cx="9144000" cy="2081215"/>
            <a:chOff x="0" y="5"/>
            <a:chExt cx="18288000" cy="4162430"/>
          </a:xfrm>
        </p:grpSpPr>
        <p:sp>
          <p:nvSpPr>
            <p:cNvPr id="883" name="Google Shape;883;p47"/>
            <p:cNvSpPr/>
            <p:nvPr/>
          </p:nvSpPr>
          <p:spPr>
            <a:xfrm>
              <a:off x="0" y="5"/>
              <a:ext cx="18288000" cy="4162425"/>
            </a:xfrm>
            <a:custGeom>
              <a:rect b="b" l="l" r="r" t="t"/>
              <a:pathLst>
                <a:path extrusionOk="0" h="4162425" w="18288000">
                  <a:moveTo>
                    <a:pt x="18288000" y="4162425"/>
                  </a:moveTo>
                  <a:lnTo>
                    <a:pt x="0" y="4162425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4162425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47"/>
            <p:cNvSpPr/>
            <p:nvPr/>
          </p:nvSpPr>
          <p:spPr>
            <a:xfrm>
              <a:off x="14123883" y="10"/>
              <a:ext cx="4162425" cy="4162425"/>
            </a:xfrm>
            <a:custGeom>
              <a:rect b="b" l="l" r="r" t="t"/>
              <a:pathLst>
                <a:path extrusionOk="0" h="4162425" w="4162425">
                  <a:moveTo>
                    <a:pt x="1853526" y="4162411"/>
                  </a:moveTo>
                  <a:lnTo>
                    <a:pt x="0" y="4162411"/>
                  </a:lnTo>
                  <a:lnTo>
                    <a:pt x="276" y="4113909"/>
                  </a:lnTo>
                  <a:lnTo>
                    <a:pt x="1105" y="4065539"/>
                  </a:lnTo>
                  <a:lnTo>
                    <a:pt x="2481" y="4017305"/>
                  </a:lnTo>
                  <a:lnTo>
                    <a:pt x="4404" y="3969210"/>
                  </a:lnTo>
                  <a:lnTo>
                    <a:pt x="6869" y="3921256"/>
                  </a:lnTo>
                  <a:lnTo>
                    <a:pt x="9873" y="3873446"/>
                  </a:lnTo>
                  <a:lnTo>
                    <a:pt x="13414" y="3825784"/>
                  </a:lnTo>
                  <a:lnTo>
                    <a:pt x="17489" y="3778273"/>
                  </a:lnTo>
                  <a:lnTo>
                    <a:pt x="22094" y="3730914"/>
                  </a:lnTo>
                  <a:lnTo>
                    <a:pt x="27227" y="3683713"/>
                  </a:lnTo>
                  <a:lnTo>
                    <a:pt x="32884" y="3636671"/>
                  </a:lnTo>
                  <a:lnTo>
                    <a:pt x="39063" y="3589791"/>
                  </a:lnTo>
                  <a:lnTo>
                    <a:pt x="45761" y="3543077"/>
                  </a:lnTo>
                  <a:lnTo>
                    <a:pt x="52974" y="3496531"/>
                  </a:lnTo>
                  <a:lnTo>
                    <a:pt x="60700" y="3450156"/>
                  </a:lnTo>
                  <a:lnTo>
                    <a:pt x="68935" y="3403956"/>
                  </a:lnTo>
                  <a:lnTo>
                    <a:pt x="77677" y="3357934"/>
                  </a:lnTo>
                  <a:lnTo>
                    <a:pt x="86923" y="3312091"/>
                  </a:lnTo>
                  <a:lnTo>
                    <a:pt x="96670" y="3266433"/>
                  </a:lnTo>
                  <a:lnTo>
                    <a:pt x="106914" y="3220960"/>
                  </a:lnTo>
                  <a:lnTo>
                    <a:pt x="117652" y="3175677"/>
                  </a:lnTo>
                  <a:lnTo>
                    <a:pt x="128883" y="3130587"/>
                  </a:lnTo>
                  <a:lnTo>
                    <a:pt x="140602" y="3085691"/>
                  </a:lnTo>
                  <a:lnTo>
                    <a:pt x="152806" y="3040994"/>
                  </a:lnTo>
                  <a:lnTo>
                    <a:pt x="165494" y="2996499"/>
                  </a:lnTo>
                  <a:lnTo>
                    <a:pt x="178661" y="2952208"/>
                  </a:lnTo>
                  <a:lnTo>
                    <a:pt x="192305" y="2908124"/>
                  </a:lnTo>
                  <a:lnTo>
                    <a:pt x="206422" y="2864250"/>
                  </a:lnTo>
                  <a:lnTo>
                    <a:pt x="221011" y="2820590"/>
                  </a:lnTo>
                  <a:lnTo>
                    <a:pt x="236067" y="2777146"/>
                  </a:lnTo>
                  <a:lnTo>
                    <a:pt x="251587" y="2733922"/>
                  </a:lnTo>
                  <a:lnTo>
                    <a:pt x="267570" y="2690919"/>
                  </a:lnTo>
                  <a:lnTo>
                    <a:pt x="284011" y="2648142"/>
                  </a:lnTo>
                  <a:lnTo>
                    <a:pt x="300908" y="2605594"/>
                  </a:lnTo>
                  <a:lnTo>
                    <a:pt x="318258" y="2563276"/>
                  </a:lnTo>
                  <a:lnTo>
                    <a:pt x="336057" y="2521193"/>
                  </a:lnTo>
                  <a:lnTo>
                    <a:pt x="354304" y="2479347"/>
                  </a:lnTo>
                  <a:lnTo>
                    <a:pt x="372994" y="2437742"/>
                  </a:lnTo>
                  <a:lnTo>
                    <a:pt x="392125" y="2396380"/>
                  </a:lnTo>
                  <a:lnTo>
                    <a:pt x="411693" y="2355263"/>
                  </a:lnTo>
                  <a:lnTo>
                    <a:pt x="431697" y="2314397"/>
                  </a:lnTo>
                  <a:lnTo>
                    <a:pt x="452132" y="2273782"/>
                  </a:lnTo>
                  <a:lnTo>
                    <a:pt x="472996" y="2233423"/>
                  </a:lnTo>
                  <a:lnTo>
                    <a:pt x="494286" y="2193322"/>
                  </a:lnTo>
                  <a:lnTo>
                    <a:pt x="515999" y="2153482"/>
                  </a:lnTo>
                  <a:lnTo>
                    <a:pt x="538132" y="2113906"/>
                  </a:lnTo>
                  <a:lnTo>
                    <a:pt x="560681" y="2074597"/>
                  </a:lnTo>
                  <a:lnTo>
                    <a:pt x="583644" y="2035559"/>
                  </a:lnTo>
                  <a:lnTo>
                    <a:pt x="607018" y="1996794"/>
                  </a:lnTo>
                  <a:lnTo>
                    <a:pt x="630800" y="1958305"/>
                  </a:lnTo>
                  <a:lnTo>
                    <a:pt x="654987" y="1920095"/>
                  </a:lnTo>
                  <a:lnTo>
                    <a:pt x="679576" y="1882168"/>
                  </a:lnTo>
                  <a:lnTo>
                    <a:pt x="704564" y="1844525"/>
                  </a:lnTo>
                  <a:lnTo>
                    <a:pt x="729947" y="1807171"/>
                  </a:lnTo>
                  <a:lnTo>
                    <a:pt x="755724" y="1770108"/>
                  </a:lnTo>
                  <a:lnTo>
                    <a:pt x="781890" y="1733339"/>
                  </a:lnTo>
                  <a:lnTo>
                    <a:pt x="808444" y="1696867"/>
                  </a:lnTo>
                  <a:lnTo>
                    <a:pt x="835381" y="1660695"/>
                  </a:lnTo>
                  <a:lnTo>
                    <a:pt x="862699" y="1624827"/>
                  </a:lnTo>
                  <a:lnTo>
                    <a:pt x="890395" y="1589264"/>
                  </a:lnTo>
                  <a:lnTo>
                    <a:pt x="918466" y="1554011"/>
                  </a:lnTo>
                  <a:lnTo>
                    <a:pt x="946909" y="1519069"/>
                  </a:lnTo>
                  <a:lnTo>
                    <a:pt x="975721" y="1484443"/>
                  </a:lnTo>
                  <a:lnTo>
                    <a:pt x="1004899" y="1450135"/>
                  </a:lnTo>
                  <a:lnTo>
                    <a:pt x="1034440" y="1416148"/>
                  </a:lnTo>
                  <a:lnTo>
                    <a:pt x="1064341" y="1382485"/>
                  </a:lnTo>
                  <a:lnTo>
                    <a:pt x="1094599" y="1349149"/>
                  </a:lnTo>
                  <a:lnTo>
                    <a:pt x="1125211" y="1316143"/>
                  </a:lnTo>
                  <a:lnTo>
                    <a:pt x="1156174" y="1283470"/>
                  </a:lnTo>
                  <a:lnTo>
                    <a:pt x="1187484" y="1251133"/>
                  </a:lnTo>
                  <a:lnTo>
                    <a:pt x="1219140" y="1219135"/>
                  </a:lnTo>
                  <a:lnTo>
                    <a:pt x="1251138" y="1187479"/>
                  </a:lnTo>
                  <a:lnTo>
                    <a:pt x="1283475" y="1156169"/>
                  </a:lnTo>
                  <a:lnTo>
                    <a:pt x="1316148" y="1125206"/>
                  </a:lnTo>
                  <a:lnTo>
                    <a:pt x="1349154" y="1094594"/>
                  </a:lnTo>
                  <a:lnTo>
                    <a:pt x="1382490" y="1064336"/>
                  </a:lnTo>
                  <a:lnTo>
                    <a:pt x="1416153" y="1034435"/>
                  </a:lnTo>
                  <a:lnTo>
                    <a:pt x="1450141" y="1004895"/>
                  </a:lnTo>
                  <a:lnTo>
                    <a:pt x="1484449" y="975717"/>
                  </a:lnTo>
                  <a:lnTo>
                    <a:pt x="1519075" y="946905"/>
                  </a:lnTo>
                  <a:lnTo>
                    <a:pt x="1554017" y="918462"/>
                  </a:lnTo>
                  <a:lnTo>
                    <a:pt x="1589270" y="890391"/>
                  </a:lnTo>
                  <a:lnTo>
                    <a:pt x="1624833" y="862695"/>
                  </a:lnTo>
                  <a:lnTo>
                    <a:pt x="1660702" y="835377"/>
                  </a:lnTo>
                  <a:lnTo>
                    <a:pt x="1696874" y="808440"/>
                  </a:lnTo>
                  <a:lnTo>
                    <a:pt x="1733346" y="781887"/>
                  </a:lnTo>
                  <a:lnTo>
                    <a:pt x="1770115" y="755720"/>
                  </a:lnTo>
                  <a:lnTo>
                    <a:pt x="1807178" y="729944"/>
                  </a:lnTo>
                  <a:lnTo>
                    <a:pt x="1844532" y="704561"/>
                  </a:lnTo>
                  <a:lnTo>
                    <a:pt x="1882175" y="679573"/>
                  </a:lnTo>
                  <a:lnTo>
                    <a:pt x="1920103" y="654984"/>
                  </a:lnTo>
                  <a:lnTo>
                    <a:pt x="1958313" y="630798"/>
                  </a:lnTo>
                  <a:lnTo>
                    <a:pt x="1996802" y="607016"/>
                  </a:lnTo>
                  <a:lnTo>
                    <a:pt x="2035567" y="583642"/>
                  </a:lnTo>
                  <a:lnTo>
                    <a:pt x="2074605" y="560678"/>
                  </a:lnTo>
                  <a:lnTo>
                    <a:pt x="2113914" y="538129"/>
                  </a:lnTo>
                  <a:lnTo>
                    <a:pt x="2153490" y="515996"/>
                  </a:lnTo>
                  <a:lnTo>
                    <a:pt x="2193330" y="494284"/>
                  </a:lnTo>
                  <a:lnTo>
                    <a:pt x="2233431" y="472994"/>
                  </a:lnTo>
                  <a:lnTo>
                    <a:pt x="2273790" y="452130"/>
                  </a:lnTo>
                  <a:lnTo>
                    <a:pt x="2314405" y="431695"/>
                  </a:lnTo>
                  <a:lnTo>
                    <a:pt x="2355272" y="411691"/>
                  </a:lnTo>
                  <a:lnTo>
                    <a:pt x="2396388" y="392123"/>
                  </a:lnTo>
                  <a:lnTo>
                    <a:pt x="2437750" y="372992"/>
                  </a:lnTo>
                  <a:lnTo>
                    <a:pt x="2479356" y="354302"/>
                  </a:lnTo>
                  <a:lnTo>
                    <a:pt x="2521202" y="336056"/>
                  </a:lnTo>
                  <a:lnTo>
                    <a:pt x="2563285" y="318256"/>
                  </a:lnTo>
                  <a:lnTo>
                    <a:pt x="2605603" y="300907"/>
                  </a:lnTo>
                  <a:lnTo>
                    <a:pt x="2648151" y="284010"/>
                  </a:lnTo>
                  <a:lnTo>
                    <a:pt x="2690928" y="267569"/>
                  </a:lnTo>
                  <a:lnTo>
                    <a:pt x="2733931" y="251586"/>
                  </a:lnTo>
                  <a:lnTo>
                    <a:pt x="2777155" y="236066"/>
                  </a:lnTo>
                  <a:lnTo>
                    <a:pt x="2820599" y="221010"/>
                  </a:lnTo>
                  <a:lnTo>
                    <a:pt x="2864260" y="206421"/>
                  </a:lnTo>
                  <a:lnTo>
                    <a:pt x="2908133" y="192304"/>
                  </a:lnTo>
                  <a:lnTo>
                    <a:pt x="2952217" y="178660"/>
                  </a:lnTo>
                  <a:lnTo>
                    <a:pt x="2996508" y="165493"/>
                  </a:lnTo>
                  <a:lnTo>
                    <a:pt x="3041004" y="152806"/>
                  </a:lnTo>
                  <a:lnTo>
                    <a:pt x="3085701" y="140601"/>
                  </a:lnTo>
                  <a:lnTo>
                    <a:pt x="3130596" y="128882"/>
                  </a:lnTo>
                  <a:lnTo>
                    <a:pt x="3175687" y="117652"/>
                  </a:lnTo>
                  <a:lnTo>
                    <a:pt x="3220970" y="106913"/>
                  </a:lnTo>
                  <a:lnTo>
                    <a:pt x="3266443" y="96669"/>
                  </a:lnTo>
                  <a:lnTo>
                    <a:pt x="3312101" y="86923"/>
                  </a:lnTo>
                  <a:lnTo>
                    <a:pt x="3357944" y="77677"/>
                  </a:lnTo>
                  <a:lnTo>
                    <a:pt x="3403966" y="68935"/>
                  </a:lnTo>
                  <a:lnTo>
                    <a:pt x="3450166" y="60700"/>
                  </a:lnTo>
                  <a:lnTo>
                    <a:pt x="3496541" y="52974"/>
                  </a:lnTo>
                  <a:lnTo>
                    <a:pt x="3543087" y="45761"/>
                  </a:lnTo>
                  <a:lnTo>
                    <a:pt x="3589801" y="39063"/>
                  </a:lnTo>
                  <a:lnTo>
                    <a:pt x="3636681" y="32884"/>
                  </a:lnTo>
                  <a:lnTo>
                    <a:pt x="3683723" y="27227"/>
                  </a:lnTo>
                  <a:lnTo>
                    <a:pt x="3730925" y="22094"/>
                  </a:lnTo>
                  <a:lnTo>
                    <a:pt x="3778283" y="17489"/>
                  </a:lnTo>
                  <a:lnTo>
                    <a:pt x="3825794" y="13414"/>
                  </a:lnTo>
                  <a:lnTo>
                    <a:pt x="3873457" y="9873"/>
                  </a:lnTo>
                  <a:lnTo>
                    <a:pt x="3921266" y="6869"/>
                  </a:lnTo>
                  <a:lnTo>
                    <a:pt x="3969220" y="4404"/>
                  </a:lnTo>
                  <a:lnTo>
                    <a:pt x="4017316" y="2481"/>
                  </a:lnTo>
                  <a:lnTo>
                    <a:pt x="4065550" y="1105"/>
                  </a:lnTo>
                  <a:lnTo>
                    <a:pt x="4113919" y="276"/>
                  </a:lnTo>
                  <a:lnTo>
                    <a:pt x="4162421" y="0"/>
                  </a:lnTo>
                  <a:lnTo>
                    <a:pt x="4162421" y="1853505"/>
                  </a:lnTo>
                  <a:lnTo>
                    <a:pt x="4114115" y="1854000"/>
                  </a:lnTo>
                  <a:lnTo>
                    <a:pt x="4066051" y="1855480"/>
                  </a:lnTo>
                  <a:lnTo>
                    <a:pt x="4018238" y="1857934"/>
                  </a:lnTo>
                  <a:lnTo>
                    <a:pt x="3970686" y="1861353"/>
                  </a:lnTo>
                  <a:lnTo>
                    <a:pt x="3923405" y="1865727"/>
                  </a:lnTo>
                  <a:lnTo>
                    <a:pt x="3876404" y="1871047"/>
                  </a:lnTo>
                  <a:lnTo>
                    <a:pt x="3829693" y="1877303"/>
                  </a:lnTo>
                  <a:lnTo>
                    <a:pt x="3783282" y="1884485"/>
                  </a:lnTo>
                  <a:lnTo>
                    <a:pt x="3737179" y="1892583"/>
                  </a:lnTo>
                  <a:lnTo>
                    <a:pt x="3691396" y="1901589"/>
                  </a:lnTo>
                  <a:lnTo>
                    <a:pt x="3645941" y="1911492"/>
                  </a:lnTo>
                  <a:lnTo>
                    <a:pt x="3600825" y="1922283"/>
                  </a:lnTo>
                  <a:lnTo>
                    <a:pt x="3556056" y="1933952"/>
                  </a:lnTo>
                  <a:lnTo>
                    <a:pt x="3511645" y="1946490"/>
                  </a:lnTo>
                  <a:lnTo>
                    <a:pt x="3467600" y="1959886"/>
                  </a:lnTo>
                  <a:lnTo>
                    <a:pt x="3423933" y="1974132"/>
                  </a:lnTo>
                  <a:lnTo>
                    <a:pt x="3380652" y="1989217"/>
                  </a:lnTo>
                  <a:lnTo>
                    <a:pt x="3337766" y="2005132"/>
                  </a:lnTo>
                  <a:lnTo>
                    <a:pt x="3295287" y="2021867"/>
                  </a:lnTo>
                  <a:lnTo>
                    <a:pt x="3253223" y="2039413"/>
                  </a:lnTo>
                  <a:lnTo>
                    <a:pt x="3211583" y="2057760"/>
                  </a:lnTo>
                  <a:lnTo>
                    <a:pt x="3170379" y="2076898"/>
                  </a:lnTo>
                  <a:lnTo>
                    <a:pt x="3129618" y="2096818"/>
                  </a:lnTo>
                  <a:lnTo>
                    <a:pt x="3089312" y="2117510"/>
                  </a:lnTo>
                  <a:lnTo>
                    <a:pt x="3049468" y="2138964"/>
                  </a:lnTo>
                  <a:lnTo>
                    <a:pt x="3010098" y="2161172"/>
                  </a:lnTo>
                  <a:lnTo>
                    <a:pt x="2971211" y="2184122"/>
                  </a:lnTo>
                  <a:lnTo>
                    <a:pt x="2932817" y="2207806"/>
                  </a:lnTo>
                  <a:lnTo>
                    <a:pt x="2894924" y="2232213"/>
                  </a:lnTo>
                  <a:lnTo>
                    <a:pt x="2857543" y="2257335"/>
                  </a:lnTo>
                  <a:lnTo>
                    <a:pt x="2820683" y="2283161"/>
                  </a:lnTo>
                  <a:lnTo>
                    <a:pt x="2784355" y="2309683"/>
                  </a:lnTo>
                  <a:lnTo>
                    <a:pt x="2748567" y="2336889"/>
                  </a:lnTo>
                  <a:lnTo>
                    <a:pt x="2713329" y="2364772"/>
                  </a:lnTo>
                  <a:lnTo>
                    <a:pt x="2678652" y="2393320"/>
                  </a:lnTo>
                  <a:lnTo>
                    <a:pt x="2644543" y="2422524"/>
                  </a:lnTo>
                  <a:lnTo>
                    <a:pt x="2611014" y="2452376"/>
                  </a:lnTo>
                  <a:lnTo>
                    <a:pt x="2578074" y="2482864"/>
                  </a:lnTo>
                  <a:lnTo>
                    <a:pt x="2545733" y="2513980"/>
                  </a:lnTo>
                  <a:lnTo>
                    <a:pt x="2513999" y="2545713"/>
                  </a:lnTo>
                  <a:lnTo>
                    <a:pt x="2482884" y="2578055"/>
                  </a:lnTo>
                  <a:lnTo>
                    <a:pt x="2452395" y="2610995"/>
                  </a:lnTo>
                  <a:lnTo>
                    <a:pt x="2422544" y="2644524"/>
                  </a:lnTo>
                  <a:lnTo>
                    <a:pt x="2393340" y="2678633"/>
                  </a:lnTo>
                  <a:lnTo>
                    <a:pt x="2364792" y="2713310"/>
                  </a:lnTo>
                  <a:lnTo>
                    <a:pt x="2336909" y="2748548"/>
                  </a:lnTo>
                  <a:lnTo>
                    <a:pt x="2309703" y="2784336"/>
                  </a:lnTo>
                  <a:lnTo>
                    <a:pt x="2283182" y="2820665"/>
                  </a:lnTo>
                  <a:lnTo>
                    <a:pt x="2257355" y="2857525"/>
                  </a:lnTo>
                  <a:lnTo>
                    <a:pt x="2232234" y="2894906"/>
                  </a:lnTo>
                  <a:lnTo>
                    <a:pt x="2207826" y="2932799"/>
                  </a:lnTo>
                  <a:lnTo>
                    <a:pt x="2184142" y="2971193"/>
                  </a:lnTo>
                  <a:lnTo>
                    <a:pt x="2161192" y="3010081"/>
                  </a:lnTo>
                  <a:lnTo>
                    <a:pt x="2138985" y="3049451"/>
                  </a:lnTo>
                  <a:lnTo>
                    <a:pt x="2117531" y="3089294"/>
                  </a:lnTo>
                  <a:lnTo>
                    <a:pt x="2096839" y="3129601"/>
                  </a:lnTo>
                  <a:lnTo>
                    <a:pt x="2076919" y="3170362"/>
                  </a:lnTo>
                  <a:lnTo>
                    <a:pt x="2057781" y="3211567"/>
                  </a:lnTo>
                  <a:lnTo>
                    <a:pt x="2039434" y="3253206"/>
                  </a:lnTo>
                  <a:lnTo>
                    <a:pt x="2021888" y="3295271"/>
                  </a:lnTo>
                  <a:lnTo>
                    <a:pt x="2005153" y="3337750"/>
                  </a:lnTo>
                  <a:lnTo>
                    <a:pt x="1989238" y="3380636"/>
                  </a:lnTo>
                  <a:lnTo>
                    <a:pt x="1974152" y="3423917"/>
                  </a:lnTo>
                  <a:lnTo>
                    <a:pt x="1959907" y="3467585"/>
                  </a:lnTo>
                  <a:lnTo>
                    <a:pt x="1946511" y="3511629"/>
                  </a:lnTo>
                  <a:lnTo>
                    <a:pt x="1933973" y="3556041"/>
                  </a:lnTo>
                  <a:lnTo>
                    <a:pt x="1922304" y="3600810"/>
                  </a:lnTo>
                  <a:lnTo>
                    <a:pt x="1911513" y="3645927"/>
                  </a:lnTo>
                  <a:lnTo>
                    <a:pt x="1901610" y="3691382"/>
                  </a:lnTo>
                  <a:lnTo>
                    <a:pt x="1892604" y="3737166"/>
                  </a:lnTo>
                  <a:lnTo>
                    <a:pt x="1884505" y="3783268"/>
                  </a:lnTo>
                  <a:lnTo>
                    <a:pt x="1877323" y="3829680"/>
                  </a:lnTo>
                  <a:lnTo>
                    <a:pt x="1871068" y="3876391"/>
                  </a:lnTo>
                  <a:lnTo>
                    <a:pt x="1865748" y="3923393"/>
                  </a:lnTo>
                  <a:lnTo>
                    <a:pt x="1861374" y="3970674"/>
                  </a:lnTo>
                  <a:lnTo>
                    <a:pt x="1857955" y="4018226"/>
                  </a:lnTo>
                  <a:lnTo>
                    <a:pt x="1855501" y="4066040"/>
                  </a:lnTo>
                  <a:lnTo>
                    <a:pt x="1854021" y="4114105"/>
                  </a:lnTo>
                  <a:lnTo>
                    <a:pt x="1853526" y="4162411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5" name="Google Shape;885;p47"/>
          <p:cNvSpPr txBox="1"/>
          <p:nvPr>
            <p:ph type="title"/>
          </p:nvPr>
        </p:nvSpPr>
        <p:spPr>
          <a:xfrm>
            <a:off x="508000" y="640675"/>
            <a:ext cx="66135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200">
                <a:latin typeface="Georgia"/>
                <a:ea typeface="Georgia"/>
                <a:cs typeface="Georgia"/>
                <a:sym typeface="Georgia"/>
              </a:rPr>
              <a:t>Model Evaluation (2/2)</a:t>
            </a:r>
            <a:endParaRPr sz="4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6" name="Google Shape;886;p47"/>
          <p:cNvSpPr/>
          <p:nvPr/>
        </p:nvSpPr>
        <p:spPr>
          <a:xfrm>
            <a:off x="2715850" y="3366725"/>
            <a:ext cx="3578400" cy="1642800"/>
          </a:xfrm>
          <a:prstGeom prst="roundRect">
            <a:avLst>
              <a:gd fmla="val 6122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47"/>
          <p:cNvSpPr txBox="1"/>
          <p:nvPr/>
        </p:nvSpPr>
        <p:spPr>
          <a:xfrm>
            <a:off x="2887025" y="3405000"/>
            <a:ext cx="3252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RMSE = 0.058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standard deviation of prediction errors is 0.058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id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i.e. from the regression line, the residuals mostly deviate between +- 0.058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pic>
        <p:nvPicPr>
          <p:cNvPr id="888" name="Google Shape;88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525" y="2162165"/>
            <a:ext cx="8829199" cy="103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3" name="Google Shape;89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6200" y="152400"/>
            <a:ext cx="645160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8" name="Google Shape;898;p49"/>
          <p:cNvGrpSpPr/>
          <p:nvPr/>
        </p:nvGrpSpPr>
        <p:grpSpPr>
          <a:xfrm>
            <a:off x="4968834" y="3"/>
            <a:ext cx="4175442" cy="5143609"/>
            <a:chOff x="9937669" y="6"/>
            <a:chExt cx="8350884" cy="10287217"/>
          </a:xfrm>
        </p:grpSpPr>
        <p:sp>
          <p:nvSpPr>
            <p:cNvPr id="899" name="Google Shape;899;p49"/>
            <p:cNvSpPr/>
            <p:nvPr/>
          </p:nvSpPr>
          <p:spPr>
            <a:xfrm>
              <a:off x="9937669" y="6"/>
              <a:ext cx="8350884" cy="10287000"/>
            </a:xfrm>
            <a:custGeom>
              <a:rect b="b" l="l" r="r" t="t"/>
              <a:pathLst>
                <a:path extrusionOk="0" h="10287000" w="8350884">
                  <a:moveTo>
                    <a:pt x="8350331" y="10286994"/>
                  </a:moveTo>
                  <a:lnTo>
                    <a:pt x="0" y="10286994"/>
                  </a:lnTo>
                  <a:lnTo>
                    <a:pt x="0" y="0"/>
                  </a:lnTo>
                  <a:lnTo>
                    <a:pt x="8350331" y="0"/>
                  </a:lnTo>
                  <a:lnTo>
                    <a:pt x="8350331" y="10286994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49"/>
            <p:cNvSpPr/>
            <p:nvPr/>
          </p:nvSpPr>
          <p:spPr>
            <a:xfrm>
              <a:off x="9944099" y="6"/>
              <a:ext cx="8343900" cy="10287000"/>
            </a:xfrm>
            <a:custGeom>
              <a:rect b="b" l="l" r="r" t="t"/>
              <a:pathLst>
                <a:path extrusionOk="0" h="10287000" w="8343900">
                  <a:moveTo>
                    <a:pt x="0" y="4580800"/>
                  </a:moveTo>
                  <a:lnTo>
                    <a:pt x="0" y="0"/>
                  </a:lnTo>
                  <a:lnTo>
                    <a:pt x="88899" y="344"/>
                  </a:lnTo>
                  <a:lnTo>
                    <a:pt x="165099" y="1377"/>
                  </a:lnTo>
                  <a:lnTo>
                    <a:pt x="253999" y="3096"/>
                  </a:lnTo>
                  <a:lnTo>
                    <a:pt x="342899" y="5498"/>
                  </a:lnTo>
                  <a:lnTo>
                    <a:pt x="419099" y="8580"/>
                  </a:lnTo>
                  <a:lnTo>
                    <a:pt x="507999" y="12339"/>
                  </a:lnTo>
                  <a:lnTo>
                    <a:pt x="596899" y="16773"/>
                  </a:lnTo>
                  <a:lnTo>
                    <a:pt x="673099" y="21880"/>
                  </a:lnTo>
                  <a:lnTo>
                    <a:pt x="761999" y="27657"/>
                  </a:lnTo>
                  <a:lnTo>
                    <a:pt x="838199" y="34100"/>
                  </a:lnTo>
                  <a:lnTo>
                    <a:pt x="927099" y="41208"/>
                  </a:lnTo>
                  <a:lnTo>
                    <a:pt x="1015999" y="48977"/>
                  </a:lnTo>
                  <a:lnTo>
                    <a:pt x="1092199" y="57406"/>
                  </a:lnTo>
                  <a:lnTo>
                    <a:pt x="1181099" y="66491"/>
                  </a:lnTo>
                  <a:lnTo>
                    <a:pt x="1257299" y="76230"/>
                  </a:lnTo>
                  <a:lnTo>
                    <a:pt x="1346199" y="86620"/>
                  </a:lnTo>
                  <a:lnTo>
                    <a:pt x="1422399" y="97658"/>
                  </a:lnTo>
                  <a:lnTo>
                    <a:pt x="1511299" y="109342"/>
                  </a:lnTo>
                  <a:lnTo>
                    <a:pt x="1587499" y="121670"/>
                  </a:lnTo>
                  <a:lnTo>
                    <a:pt x="1663699" y="134638"/>
                  </a:lnTo>
                  <a:lnTo>
                    <a:pt x="1752599" y="148244"/>
                  </a:lnTo>
                  <a:lnTo>
                    <a:pt x="1828799" y="162485"/>
                  </a:lnTo>
                  <a:lnTo>
                    <a:pt x="1917699" y="177359"/>
                  </a:lnTo>
                  <a:lnTo>
                    <a:pt x="1993899" y="192862"/>
                  </a:lnTo>
                  <a:lnTo>
                    <a:pt x="2070099" y="208993"/>
                  </a:lnTo>
                  <a:lnTo>
                    <a:pt x="2158999" y="225749"/>
                  </a:lnTo>
                  <a:lnTo>
                    <a:pt x="2235199" y="243127"/>
                  </a:lnTo>
                  <a:lnTo>
                    <a:pt x="2311399" y="261124"/>
                  </a:lnTo>
                  <a:lnTo>
                    <a:pt x="2387599" y="279737"/>
                  </a:lnTo>
                  <a:lnTo>
                    <a:pt x="2476499" y="298965"/>
                  </a:lnTo>
                  <a:lnTo>
                    <a:pt x="2552699" y="318804"/>
                  </a:lnTo>
                  <a:lnTo>
                    <a:pt x="2628899" y="339252"/>
                  </a:lnTo>
                  <a:lnTo>
                    <a:pt x="2705099" y="360306"/>
                  </a:lnTo>
                  <a:lnTo>
                    <a:pt x="2781299" y="381964"/>
                  </a:lnTo>
                  <a:lnTo>
                    <a:pt x="2870199" y="404223"/>
                  </a:lnTo>
                  <a:lnTo>
                    <a:pt x="2946399" y="427079"/>
                  </a:lnTo>
                  <a:lnTo>
                    <a:pt x="3022599" y="450531"/>
                  </a:lnTo>
                  <a:lnTo>
                    <a:pt x="3098799" y="474576"/>
                  </a:lnTo>
                  <a:lnTo>
                    <a:pt x="3174999" y="499212"/>
                  </a:lnTo>
                  <a:lnTo>
                    <a:pt x="3251199" y="524435"/>
                  </a:lnTo>
                  <a:lnTo>
                    <a:pt x="3327399" y="550242"/>
                  </a:lnTo>
                  <a:lnTo>
                    <a:pt x="3403599" y="576632"/>
                  </a:lnTo>
                  <a:lnTo>
                    <a:pt x="3479799" y="603602"/>
                  </a:lnTo>
                  <a:lnTo>
                    <a:pt x="3555999" y="631149"/>
                  </a:lnTo>
                  <a:lnTo>
                    <a:pt x="3632199" y="659270"/>
                  </a:lnTo>
                  <a:lnTo>
                    <a:pt x="3708399" y="687963"/>
                  </a:lnTo>
                  <a:lnTo>
                    <a:pt x="3784599" y="717225"/>
                  </a:lnTo>
                  <a:lnTo>
                    <a:pt x="3860799" y="747053"/>
                  </a:lnTo>
                  <a:lnTo>
                    <a:pt x="3924299" y="777445"/>
                  </a:lnTo>
                  <a:lnTo>
                    <a:pt x="4000499" y="808399"/>
                  </a:lnTo>
                  <a:lnTo>
                    <a:pt x="4076699" y="839910"/>
                  </a:lnTo>
                  <a:lnTo>
                    <a:pt x="4152899" y="871978"/>
                  </a:lnTo>
                  <a:lnTo>
                    <a:pt x="4229099" y="904599"/>
                  </a:lnTo>
                  <a:lnTo>
                    <a:pt x="4292599" y="937770"/>
                  </a:lnTo>
                  <a:lnTo>
                    <a:pt x="4368799" y="971489"/>
                  </a:lnTo>
                  <a:lnTo>
                    <a:pt x="4444999" y="1005753"/>
                  </a:lnTo>
                  <a:lnTo>
                    <a:pt x="4508499" y="1040560"/>
                  </a:lnTo>
                  <a:lnTo>
                    <a:pt x="4584699" y="1075907"/>
                  </a:lnTo>
                  <a:lnTo>
                    <a:pt x="4660899" y="1111791"/>
                  </a:lnTo>
                  <a:lnTo>
                    <a:pt x="4724399" y="1148210"/>
                  </a:lnTo>
                  <a:lnTo>
                    <a:pt x="4800599" y="1185161"/>
                  </a:lnTo>
                  <a:lnTo>
                    <a:pt x="4864099" y="1222641"/>
                  </a:lnTo>
                  <a:lnTo>
                    <a:pt x="4940299" y="1260648"/>
                  </a:lnTo>
                  <a:lnTo>
                    <a:pt x="5003799" y="1299179"/>
                  </a:lnTo>
                  <a:lnTo>
                    <a:pt x="5079999" y="1338231"/>
                  </a:lnTo>
                  <a:lnTo>
                    <a:pt x="5143499" y="1377802"/>
                  </a:lnTo>
                  <a:lnTo>
                    <a:pt x="5219699" y="1417890"/>
                  </a:lnTo>
                  <a:lnTo>
                    <a:pt x="5283199" y="1458490"/>
                  </a:lnTo>
                  <a:lnTo>
                    <a:pt x="5346699" y="1499602"/>
                  </a:lnTo>
                  <a:lnTo>
                    <a:pt x="5422899" y="1541221"/>
                  </a:lnTo>
                  <a:lnTo>
                    <a:pt x="5486399" y="1583347"/>
                  </a:lnTo>
                  <a:lnTo>
                    <a:pt x="5549899" y="1625975"/>
                  </a:lnTo>
                  <a:lnTo>
                    <a:pt x="5613399" y="1669103"/>
                  </a:lnTo>
                  <a:lnTo>
                    <a:pt x="5689599" y="1712729"/>
                  </a:lnTo>
                  <a:lnTo>
                    <a:pt x="5753099" y="1756850"/>
                  </a:lnTo>
                  <a:lnTo>
                    <a:pt x="5816599" y="1801463"/>
                  </a:lnTo>
                  <a:lnTo>
                    <a:pt x="5880099" y="1846566"/>
                  </a:lnTo>
                  <a:lnTo>
                    <a:pt x="5943599" y="1892155"/>
                  </a:lnTo>
                  <a:lnTo>
                    <a:pt x="6007099" y="1938230"/>
                  </a:lnTo>
                  <a:lnTo>
                    <a:pt x="6070599" y="1984785"/>
                  </a:lnTo>
                  <a:lnTo>
                    <a:pt x="6134099" y="2031820"/>
                  </a:lnTo>
                  <a:lnTo>
                    <a:pt x="6197599" y="2079331"/>
                  </a:lnTo>
                  <a:lnTo>
                    <a:pt x="6261099" y="2127316"/>
                  </a:lnTo>
                  <a:lnTo>
                    <a:pt x="6324599" y="2175773"/>
                  </a:lnTo>
                  <a:lnTo>
                    <a:pt x="6388099" y="2224697"/>
                  </a:lnTo>
                  <a:lnTo>
                    <a:pt x="6451599" y="2274088"/>
                  </a:lnTo>
                  <a:lnTo>
                    <a:pt x="6515099" y="2323941"/>
                  </a:lnTo>
                  <a:lnTo>
                    <a:pt x="6578599" y="2374255"/>
                  </a:lnTo>
                  <a:lnTo>
                    <a:pt x="6629399" y="2425027"/>
                  </a:lnTo>
                  <a:lnTo>
                    <a:pt x="6692899" y="2476254"/>
                  </a:lnTo>
                  <a:lnTo>
                    <a:pt x="6756399" y="2527934"/>
                  </a:lnTo>
                  <a:lnTo>
                    <a:pt x="6819899" y="2580064"/>
                  </a:lnTo>
                  <a:lnTo>
                    <a:pt x="6870699" y="2632641"/>
                  </a:lnTo>
                  <a:lnTo>
                    <a:pt x="6934199" y="2685662"/>
                  </a:lnTo>
                  <a:lnTo>
                    <a:pt x="6984999" y="2739126"/>
                  </a:lnTo>
                  <a:lnTo>
                    <a:pt x="7048499" y="2793029"/>
                  </a:lnTo>
                  <a:lnTo>
                    <a:pt x="7099299" y="2847369"/>
                  </a:lnTo>
                  <a:lnTo>
                    <a:pt x="7162799" y="2902142"/>
                  </a:lnTo>
                  <a:lnTo>
                    <a:pt x="7213599" y="2957347"/>
                  </a:lnTo>
                  <a:lnTo>
                    <a:pt x="7277099" y="3012981"/>
                  </a:lnTo>
                  <a:lnTo>
                    <a:pt x="7378699" y="3125524"/>
                  </a:lnTo>
                  <a:lnTo>
                    <a:pt x="7442199" y="3182429"/>
                  </a:lnTo>
                  <a:lnTo>
                    <a:pt x="7543799" y="3297489"/>
                  </a:lnTo>
                  <a:lnTo>
                    <a:pt x="7607299" y="3355640"/>
                  </a:lnTo>
                  <a:lnTo>
                    <a:pt x="7658099" y="3414201"/>
                  </a:lnTo>
                  <a:lnTo>
                    <a:pt x="7810499" y="3592318"/>
                  </a:lnTo>
                  <a:lnTo>
                    <a:pt x="7962899" y="3774033"/>
                  </a:lnTo>
                  <a:lnTo>
                    <a:pt x="8115299" y="3959272"/>
                  </a:lnTo>
                  <a:lnTo>
                    <a:pt x="8153399" y="4021790"/>
                  </a:lnTo>
                  <a:lnTo>
                    <a:pt x="8305799" y="4211618"/>
                  </a:lnTo>
                  <a:lnTo>
                    <a:pt x="8343899" y="4275645"/>
                  </a:lnTo>
                  <a:lnTo>
                    <a:pt x="8343899" y="10286993"/>
                  </a:lnTo>
                  <a:lnTo>
                    <a:pt x="5702299" y="10286993"/>
                  </a:lnTo>
                  <a:lnTo>
                    <a:pt x="5702299" y="9950013"/>
                  </a:lnTo>
                  <a:lnTo>
                    <a:pt x="5689599" y="9902280"/>
                  </a:lnTo>
                  <a:lnTo>
                    <a:pt x="5689599" y="9807137"/>
                  </a:lnTo>
                  <a:lnTo>
                    <a:pt x="5676899" y="9759729"/>
                  </a:lnTo>
                  <a:lnTo>
                    <a:pt x="5676899" y="9665250"/>
                  </a:lnTo>
                  <a:lnTo>
                    <a:pt x="5664199" y="9618182"/>
                  </a:lnTo>
                  <a:lnTo>
                    <a:pt x="5664199" y="9571231"/>
                  </a:lnTo>
                  <a:lnTo>
                    <a:pt x="5651499" y="9524397"/>
                  </a:lnTo>
                  <a:lnTo>
                    <a:pt x="5651499" y="9477683"/>
                  </a:lnTo>
                  <a:lnTo>
                    <a:pt x="5638799" y="9431090"/>
                  </a:lnTo>
                  <a:lnTo>
                    <a:pt x="5638799" y="9384619"/>
                  </a:lnTo>
                  <a:lnTo>
                    <a:pt x="5613399" y="9292052"/>
                  </a:lnTo>
                  <a:lnTo>
                    <a:pt x="5613399" y="9245959"/>
                  </a:lnTo>
                  <a:lnTo>
                    <a:pt x="5587999" y="9154162"/>
                  </a:lnTo>
                  <a:lnTo>
                    <a:pt x="5587999" y="9108461"/>
                  </a:lnTo>
                  <a:lnTo>
                    <a:pt x="5537199" y="8927009"/>
                  </a:lnTo>
                  <a:lnTo>
                    <a:pt x="5537199" y="8881992"/>
                  </a:lnTo>
                  <a:lnTo>
                    <a:pt x="5435599" y="8527093"/>
                  </a:lnTo>
                  <a:lnTo>
                    <a:pt x="5410199" y="8483409"/>
                  </a:lnTo>
                  <a:lnTo>
                    <a:pt x="5359399" y="8310246"/>
                  </a:lnTo>
                  <a:lnTo>
                    <a:pt x="5333999" y="8267357"/>
                  </a:lnTo>
                  <a:lnTo>
                    <a:pt x="5308599" y="8182072"/>
                  </a:lnTo>
                  <a:lnTo>
                    <a:pt x="5283199" y="8139680"/>
                  </a:lnTo>
                  <a:lnTo>
                    <a:pt x="5257799" y="8055402"/>
                  </a:lnTo>
                  <a:lnTo>
                    <a:pt x="5232399" y="8013520"/>
                  </a:lnTo>
                  <a:lnTo>
                    <a:pt x="5219699" y="7971812"/>
                  </a:lnTo>
                  <a:lnTo>
                    <a:pt x="5194299" y="7930278"/>
                  </a:lnTo>
                  <a:lnTo>
                    <a:pt x="5181599" y="7888921"/>
                  </a:lnTo>
                  <a:lnTo>
                    <a:pt x="5156199" y="7847742"/>
                  </a:lnTo>
                  <a:lnTo>
                    <a:pt x="5143499" y="7806743"/>
                  </a:lnTo>
                  <a:lnTo>
                    <a:pt x="5118099" y="7765925"/>
                  </a:lnTo>
                  <a:lnTo>
                    <a:pt x="5105399" y="7725289"/>
                  </a:lnTo>
                  <a:lnTo>
                    <a:pt x="5054599" y="7644574"/>
                  </a:lnTo>
                  <a:lnTo>
                    <a:pt x="5041899" y="7604497"/>
                  </a:lnTo>
                  <a:lnTo>
                    <a:pt x="4991099" y="7524913"/>
                  </a:lnTo>
                  <a:lnTo>
                    <a:pt x="4978399" y="7485408"/>
                  </a:lnTo>
                  <a:lnTo>
                    <a:pt x="4851399" y="7290826"/>
                  </a:lnTo>
                  <a:lnTo>
                    <a:pt x="4838699" y="7252509"/>
                  </a:lnTo>
                  <a:lnTo>
                    <a:pt x="4711699" y="7064008"/>
                  </a:lnTo>
                  <a:lnTo>
                    <a:pt x="4610099" y="6917003"/>
                  </a:lnTo>
                  <a:lnTo>
                    <a:pt x="4584699" y="6880792"/>
                  </a:lnTo>
                  <a:lnTo>
                    <a:pt x="4546599" y="6844800"/>
                  </a:lnTo>
                  <a:lnTo>
                    <a:pt x="4444999" y="6703059"/>
                  </a:lnTo>
                  <a:lnTo>
                    <a:pt x="4406899" y="6668187"/>
                  </a:lnTo>
                  <a:lnTo>
                    <a:pt x="4330699" y="6564953"/>
                  </a:lnTo>
                  <a:lnTo>
                    <a:pt x="4292599" y="6531007"/>
                  </a:lnTo>
                  <a:lnTo>
                    <a:pt x="4241799" y="6463821"/>
                  </a:lnTo>
                  <a:lnTo>
                    <a:pt x="4203699" y="6430585"/>
                  </a:lnTo>
                  <a:lnTo>
                    <a:pt x="4178299" y="6397588"/>
                  </a:lnTo>
                  <a:lnTo>
                    <a:pt x="4140199" y="6364834"/>
                  </a:lnTo>
                  <a:lnTo>
                    <a:pt x="4114799" y="6332322"/>
                  </a:lnTo>
                  <a:lnTo>
                    <a:pt x="4076699" y="6300055"/>
                  </a:lnTo>
                  <a:lnTo>
                    <a:pt x="4051299" y="6268034"/>
                  </a:lnTo>
                  <a:lnTo>
                    <a:pt x="4013199" y="6236261"/>
                  </a:lnTo>
                  <a:lnTo>
                    <a:pt x="3987799" y="6204738"/>
                  </a:lnTo>
                  <a:lnTo>
                    <a:pt x="3949699" y="6173465"/>
                  </a:lnTo>
                  <a:lnTo>
                    <a:pt x="3924299" y="6142445"/>
                  </a:lnTo>
                  <a:lnTo>
                    <a:pt x="3886199" y="6111680"/>
                  </a:lnTo>
                  <a:lnTo>
                    <a:pt x="3860799" y="6081170"/>
                  </a:lnTo>
                  <a:lnTo>
                    <a:pt x="3822699" y="6050917"/>
                  </a:lnTo>
                  <a:lnTo>
                    <a:pt x="3784599" y="6020923"/>
                  </a:lnTo>
                  <a:lnTo>
                    <a:pt x="3759199" y="5991190"/>
                  </a:lnTo>
                  <a:lnTo>
                    <a:pt x="3721099" y="5961719"/>
                  </a:lnTo>
                  <a:lnTo>
                    <a:pt x="3682999" y="5932512"/>
                  </a:lnTo>
                  <a:lnTo>
                    <a:pt x="3657599" y="5903570"/>
                  </a:lnTo>
                  <a:lnTo>
                    <a:pt x="3619499" y="5874894"/>
                  </a:lnTo>
                  <a:lnTo>
                    <a:pt x="3581399" y="5846488"/>
                  </a:lnTo>
                  <a:lnTo>
                    <a:pt x="3543299" y="5818351"/>
                  </a:lnTo>
                  <a:lnTo>
                    <a:pt x="3517899" y="5790486"/>
                  </a:lnTo>
                  <a:lnTo>
                    <a:pt x="3479799" y="5762894"/>
                  </a:lnTo>
                  <a:lnTo>
                    <a:pt x="3441699" y="5735577"/>
                  </a:lnTo>
                  <a:lnTo>
                    <a:pt x="3403599" y="5708536"/>
                  </a:lnTo>
                  <a:lnTo>
                    <a:pt x="3365499" y="5681773"/>
                  </a:lnTo>
                  <a:lnTo>
                    <a:pt x="3327399" y="5655289"/>
                  </a:lnTo>
                  <a:lnTo>
                    <a:pt x="3301999" y="5629087"/>
                  </a:lnTo>
                  <a:lnTo>
                    <a:pt x="3263899" y="5603168"/>
                  </a:lnTo>
                  <a:lnTo>
                    <a:pt x="3225799" y="5577532"/>
                  </a:lnTo>
                  <a:lnTo>
                    <a:pt x="3187699" y="5552183"/>
                  </a:lnTo>
                  <a:lnTo>
                    <a:pt x="3149599" y="5527121"/>
                  </a:lnTo>
                  <a:lnTo>
                    <a:pt x="3111499" y="5502348"/>
                  </a:lnTo>
                  <a:lnTo>
                    <a:pt x="3073399" y="5477866"/>
                  </a:lnTo>
                  <a:lnTo>
                    <a:pt x="3035299" y="5453676"/>
                  </a:lnTo>
                  <a:lnTo>
                    <a:pt x="2997199" y="5429780"/>
                  </a:lnTo>
                  <a:lnTo>
                    <a:pt x="2959099" y="5406179"/>
                  </a:lnTo>
                  <a:lnTo>
                    <a:pt x="2920999" y="5382875"/>
                  </a:lnTo>
                  <a:lnTo>
                    <a:pt x="2882899" y="5359869"/>
                  </a:lnTo>
                  <a:lnTo>
                    <a:pt x="2844799" y="5337164"/>
                  </a:lnTo>
                  <a:lnTo>
                    <a:pt x="2806699" y="5314760"/>
                  </a:lnTo>
                  <a:lnTo>
                    <a:pt x="2755899" y="5292660"/>
                  </a:lnTo>
                  <a:lnTo>
                    <a:pt x="2717799" y="5270865"/>
                  </a:lnTo>
                  <a:lnTo>
                    <a:pt x="2679699" y="5249376"/>
                  </a:lnTo>
                  <a:lnTo>
                    <a:pt x="2641599" y="5228195"/>
                  </a:lnTo>
                  <a:lnTo>
                    <a:pt x="2603499" y="5207324"/>
                  </a:lnTo>
                  <a:lnTo>
                    <a:pt x="2565399" y="5186764"/>
                  </a:lnTo>
                  <a:lnTo>
                    <a:pt x="2527299" y="5166517"/>
                  </a:lnTo>
                  <a:lnTo>
                    <a:pt x="2476499" y="5146584"/>
                  </a:lnTo>
                  <a:lnTo>
                    <a:pt x="2438399" y="5126967"/>
                  </a:lnTo>
                  <a:lnTo>
                    <a:pt x="2400299" y="5107668"/>
                  </a:lnTo>
                  <a:lnTo>
                    <a:pt x="2362199" y="5088687"/>
                  </a:lnTo>
                  <a:lnTo>
                    <a:pt x="2311399" y="5070028"/>
                  </a:lnTo>
                  <a:lnTo>
                    <a:pt x="2273299" y="5051691"/>
                  </a:lnTo>
                  <a:lnTo>
                    <a:pt x="2235199" y="5033678"/>
                  </a:lnTo>
                  <a:lnTo>
                    <a:pt x="2184399" y="5015990"/>
                  </a:lnTo>
                  <a:lnTo>
                    <a:pt x="2146299" y="4998629"/>
                  </a:lnTo>
                  <a:lnTo>
                    <a:pt x="2108199" y="4981597"/>
                  </a:lnTo>
                  <a:lnTo>
                    <a:pt x="2057399" y="4964896"/>
                  </a:lnTo>
                  <a:lnTo>
                    <a:pt x="2019299" y="4948526"/>
                  </a:lnTo>
                  <a:lnTo>
                    <a:pt x="1981199" y="4932489"/>
                  </a:lnTo>
                  <a:lnTo>
                    <a:pt x="1930399" y="4916787"/>
                  </a:lnTo>
                  <a:lnTo>
                    <a:pt x="1892299" y="4901422"/>
                  </a:lnTo>
                  <a:lnTo>
                    <a:pt x="1841499" y="4886396"/>
                  </a:lnTo>
                  <a:lnTo>
                    <a:pt x="1803399" y="4871709"/>
                  </a:lnTo>
                  <a:lnTo>
                    <a:pt x="1765299" y="4857363"/>
                  </a:lnTo>
                  <a:lnTo>
                    <a:pt x="1714499" y="4843360"/>
                  </a:lnTo>
                  <a:lnTo>
                    <a:pt x="1676399" y="4829702"/>
                  </a:lnTo>
                  <a:lnTo>
                    <a:pt x="1625599" y="4816389"/>
                  </a:lnTo>
                  <a:lnTo>
                    <a:pt x="1587499" y="4803425"/>
                  </a:lnTo>
                  <a:lnTo>
                    <a:pt x="1536699" y="4790809"/>
                  </a:lnTo>
                  <a:lnTo>
                    <a:pt x="1498599" y="4778545"/>
                  </a:lnTo>
                  <a:lnTo>
                    <a:pt x="1447799" y="4766633"/>
                  </a:lnTo>
                  <a:lnTo>
                    <a:pt x="1409699" y="4755074"/>
                  </a:lnTo>
                  <a:lnTo>
                    <a:pt x="1358899" y="4743872"/>
                  </a:lnTo>
                  <a:lnTo>
                    <a:pt x="1320799" y="4733027"/>
                  </a:lnTo>
                  <a:lnTo>
                    <a:pt x="1269999" y="4722540"/>
                  </a:lnTo>
                  <a:lnTo>
                    <a:pt x="1219199" y="4712414"/>
                  </a:lnTo>
                  <a:lnTo>
                    <a:pt x="1181099" y="4702649"/>
                  </a:lnTo>
                  <a:lnTo>
                    <a:pt x="1130299" y="4693248"/>
                  </a:lnTo>
                  <a:lnTo>
                    <a:pt x="1092199" y="4684213"/>
                  </a:lnTo>
                  <a:lnTo>
                    <a:pt x="1041399" y="4675544"/>
                  </a:lnTo>
                  <a:lnTo>
                    <a:pt x="990599" y="4667243"/>
                  </a:lnTo>
                  <a:lnTo>
                    <a:pt x="952499" y="4659312"/>
                  </a:lnTo>
                  <a:lnTo>
                    <a:pt x="901699" y="4651752"/>
                  </a:lnTo>
                  <a:lnTo>
                    <a:pt x="850899" y="4644566"/>
                  </a:lnTo>
                  <a:lnTo>
                    <a:pt x="812799" y="4637754"/>
                  </a:lnTo>
                  <a:lnTo>
                    <a:pt x="761999" y="4631318"/>
                  </a:lnTo>
                  <a:lnTo>
                    <a:pt x="711199" y="4625260"/>
                  </a:lnTo>
                  <a:lnTo>
                    <a:pt x="673099" y="4619582"/>
                  </a:lnTo>
                  <a:lnTo>
                    <a:pt x="622299" y="4614284"/>
                  </a:lnTo>
                  <a:lnTo>
                    <a:pt x="571499" y="4609369"/>
                  </a:lnTo>
                  <a:lnTo>
                    <a:pt x="533399" y="4604838"/>
                  </a:lnTo>
                  <a:lnTo>
                    <a:pt x="482599" y="4600692"/>
                  </a:lnTo>
                  <a:lnTo>
                    <a:pt x="431799" y="4596934"/>
                  </a:lnTo>
                  <a:lnTo>
                    <a:pt x="380999" y="4593565"/>
                  </a:lnTo>
                  <a:lnTo>
                    <a:pt x="342899" y="4590586"/>
                  </a:lnTo>
                  <a:lnTo>
                    <a:pt x="292099" y="4588000"/>
                  </a:lnTo>
                  <a:lnTo>
                    <a:pt x="241299" y="4585806"/>
                  </a:lnTo>
                  <a:lnTo>
                    <a:pt x="190499" y="4584008"/>
                  </a:lnTo>
                  <a:lnTo>
                    <a:pt x="139699" y="4582607"/>
                  </a:lnTo>
                  <a:lnTo>
                    <a:pt x="101599" y="4581605"/>
                  </a:lnTo>
                  <a:lnTo>
                    <a:pt x="50799" y="4581002"/>
                  </a:lnTo>
                  <a:lnTo>
                    <a:pt x="0" y="4580800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49"/>
            <p:cNvSpPr/>
            <p:nvPr/>
          </p:nvSpPr>
          <p:spPr>
            <a:xfrm>
              <a:off x="9949694" y="3822923"/>
              <a:ext cx="6540500" cy="6464300"/>
            </a:xfrm>
            <a:custGeom>
              <a:rect b="b" l="l" r="r" t="t"/>
              <a:pathLst>
                <a:path extrusionOk="0" h="6464300" w="6540500">
                  <a:moveTo>
                    <a:pt x="0" y="2918139"/>
                  </a:moveTo>
                  <a:lnTo>
                    <a:pt x="0" y="0"/>
                  </a:lnTo>
                  <a:lnTo>
                    <a:pt x="50799" y="219"/>
                  </a:lnTo>
                  <a:lnTo>
                    <a:pt x="101599" y="877"/>
                  </a:lnTo>
                  <a:lnTo>
                    <a:pt x="152399" y="1972"/>
                  </a:lnTo>
                  <a:lnTo>
                    <a:pt x="215899" y="3502"/>
                  </a:lnTo>
                  <a:lnTo>
                    <a:pt x="266699" y="5465"/>
                  </a:lnTo>
                  <a:lnTo>
                    <a:pt x="317499" y="7860"/>
                  </a:lnTo>
                  <a:lnTo>
                    <a:pt x="368299" y="10685"/>
                  </a:lnTo>
                  <a:lnTo>
                    <a:pt x="419099" y="13938"/>
                  </a:lnTo>
                  <a:lnTo>
                    <a:pt x="482599" y="17618"/>
                  </a:lnTo>
                  <a:lnTo>
                    <a:pt x="533399" y="21723"/>
                  </a:lnTo>
                  <a:lnTo>
                    <a:pt x="584199" y="26251"/>
                  </a:lnTo>
                  <a:lnTo>
                    <a:pt x="634999" y="31200"/>
                  </a:lnTo>
                  <a:lnTo>
                    <a:pt x="685799" y="36570"/>
                  </a:lnTo>
                  <a:lnTo>
                    <a:pt x="749299" y="42357"/>
                  </a:lnTo>
                  <a:lnTo>
                    <a:pt x="800099" y="48561"/>
                  </a:lnTo>
                  <a:lnTo>
                    <a:pt x="850899" y="55180"/>
                  </a:lnTo>
                  <a:lnTo>
                    <a:pt x="901699" y="62212"/>
                  </a:lnTo>
                  <a:lnTo>
                    <a:pt x="952499" y="69655"/>
                  </a:lnTo>
                  <a:lnTo>
                    <a:pt x="1003299" y="77508"/>
                  </a:lnTo>
                  <a:lnTo>
                    <a:pt x="1054099" y="85769"/>
                  </a:lnTo>
                  <a:lnTo>
                    <a:pt x="1104899" y="94437"/>
                  </a:lnTo>
                  <a:lnTo>
                    <a:pt x="1155699" y="103509"/>
                  </a:lnTo>
                  <a:lnTo>
                    <a:pt x="1206499" y="112984"/>
                  </a:lnTo>
                  <a:lnTo>
                    <a:pt x="1269999" y="122860"/>
                  </a:lnTo>
                  <a:lnTo>
                    <a:pt x="1320799" y="133136"/>
                  </a:lnTo>
                  <a:lnTo>
                    <a:pt x="1371599" y="143810"/>
                  </a:lnTo>
                  <a:lnTo>
                    <a:pt x="1422399" y="154881"/>
                  </a:lnTo>
                  <a:lnTo>
                    <a:pt x="1473199" y="166345"/>
                  </a:lnTo>
                  <a:lnTo>
                    <a:pt x="1523999" y="178203"/>
                  </a:lnTo>
                  <a:lnTo>
                    <a:pt x="1574799" y="190452"/>
                  </a:lnTo>
                  <a:lnTo>
                    <a:pt x="1625599" y="203090"/>
                  </a:lnTo>
                  <a:lnTo>
                    <a:pt x="1663699" y="216116"/>
                  </a:lnTo>
                  <a:lnTo>
                    <a:pt x="1714499" y="229529"/>
                  </a:lnTo>
                  <a:lnTo>
                    <a:pt x="1765299" y="243325"/>
                  </a:lnTo>
                  <a:lnTo>
                    <a:pt x="1816099" y="257505"/>
                  </a:lnTo>
                  <a:lnTo>
                    <a:pt x="1866899" y="272065"/>
                  </a:lnTo>
                  <a:lnTo>
                    <a:pt x="1917699" y="287005"/>
                  </a:lnTo>
                  <a:lnTo>
                    <a:pt x="1968499" y="302323"/>
                  </a:lnTo>
                  <a:lnTo>
                    <a:pt x="2019299" y="318016"/>
                  </a:lnTo>
                  <a:lnTo>
                    <a:pt x="2070099" y="334084"/>
                  </a:lnTo>
                  <a:lnTo>
                    <a:pt x="2108199" y="350525"/>
                  </a:lnTo>
                  <a:lnTo>
                    <a:pt x="2158999" y="367336"/>
                  </a:lnTo>
                  <a:lnTo>
                    <a:pt x="2209799" y="384517"/>
                  </a:lnTo>
                  <a:lnTo>
                    <a:pt x="2260599" y="402065"/>
                  </a:lnTo>
                  <a:lnTo>
                    <a:pt x="2311399" y="419980"/>
                  </a:lnTo>
                  <a:lnTo>
                    <a:pt x="2349499" y="438258"/>
                  </a:lnTo>
                  <a:lnTo>
                    <a:pt x="2400299" y="456899"/>
                  </a:lnTo>
                  <a:lnTo>
                    <a:pt x="2451099" y="475901"/>
                  </a:lnTo>
                  <a:lnTo>
                    <a:pt x="2501899" y="495261"/>
                  </a:lnTo>
                  <a:lnTo>
                    <a:pt x="2539999" y="514980"/>
                  </a:lnTo>
                  <a:lnTo>
                    <a:pt x="2590799" y="535054"/>
                  </a:lnTo>
                  <a:lnTo>
                    <a:pt x="2641599" y="555482"/>
                  </a:lnTo>
                  <a:lnTo>
                    <a:pt x="2679699" y="576263"/>
                  </a:lnTo>
                  <a:lnTo>
                    <a:pt x="2730499" y="597394"/>
                  </a:lnTo>
                  <a:lnTo>
                    <a:pt x="2781299" y="618874"/>
                  </a:lnTo>
                  <a:lnTo>
                    <a:pt x="2819399" y="640702"/>
                  </a:lnTo>
                  <a:lnTo>
                    <a:pt x="2870199" y="662875"/>
                  </a:lnTo>
                  <a:lnTo>
                    <a:pt x="2920999" y="685393"/>
                  </a:lnTo>
                  <a:lnTo>
                    <a:pt x="2959099" y="708252"/>
                  </a:lnTo>
                  <a:lnTo>
                    <a:pt x="3009899" y="731452"/>
                  </a:lnTo>
                  <a:lnTo>
                    <a:pt x="3047999" y="754991"/>
                  </a:lnTo>
                  <a:lnTo>
                    <a:pt x="3098799" y="778868"/>
                  </a:lnTo>
                  <a:lnTo>
                    <a:pt x="3136899" y="803079"/>
                  </a:lnTo>
                  <a:lnTo>
                    <a:pt x="3187699" y="827625"/>
                  </a:lnTo>
                  <a:lnTo>
                    <a:pt x="3225799" y="852503"/>
                  </a:lnTo>
                  <a:lnTo>
                    <a:pt x="3276599" y="877711"/>
                  </a:lnTo>
                  <a:lnTo>
                    <a:pt x="3314699" y="903248"/>
                  </a:lnTo>
                  <a:lnTo>
                    <a:pt x="3365499" y="929112"/>
                  </a:lnTo>
                  <a:lnTo>
                    <a:pt x="3403599" y="955302"/>
                  </a:lnTo>
                  <a:lnTo>
                    <a:pt x="3441699" y="981815"/>
                  </a:lnTo>
                  <a:lnTo>
                    <a:pt x="3492499" y="1008650"/>
                  </a:lnTo>
                  <a:lnTo>
                    <a:pt x="3530599" y="1035806"/>
                  </a:lnTo>
                  <a:lnTo>
                    <a:pt x="3568699" y="1063280"/>
                  </a:lnTo>
                  <a:lnTo>
                    <a:pt x="3619499" y="1091072"/>
                  </a:lnTo>
                  <a:lnTo>
                    <a:pt x="3657599" y="1119178"/>
                  </a:lnTo>
                  <a:lnTo>
                    <a:pt x="3695699" y="1147598"/>
                  </a:lnTo>
                  <a:lnTo>
                    <a:pt x="3746499" y="1176331"/>
                  </a:lnTo>
                  <a:lnTo>
                    <a:pt x="3784599" y="1205373"/>
                  </a:lnTo>
                  <a:lnTo>
                    <a:pt x="3822699" y="1234724"/>
                  </a:lnTo>
                  <a:lnTo>
                    <a:pt x="3860799" y="1264382"/>
                  </a:lnTo>
                  <a:lnTo>
                    <a:pt x="3898899" y="1294345"/>
                  </a:lnTo>
                  <a:lnTo>
                    <a:pt x="3949699" y="1324611"/>
                  </a:lnTo>
                  <a:lnTo>
                    <a:pt x="3987799" y="1355179"/>
                  </a:lnTo>
                  <a:lnTo>
                    <a:pt x="4025899" y="1386048"/>
                  </a:lnTo>
                  <a:lnTo>
                    <a:pt x="4063999" y="1417214"/>
                  </a:lnTo>
                  <a:lnTo>
                    <a:pt x="4102099" y="1448678"/>
                  </a:lnTo>
                  <a:lnTo>
                    <a:pt x="4140199" y="1480436"/>
                  </a:lnTo>
                  <a:lnTo>
                    <a:pt x="4178299" y="1512488"/>
                  </a:lnTo>
                  <a:lnTo>
                    <a:pt x="4216399" y="1544832"/>
                  </a:lnTo>
                  <a:lnTo>
                    <a:pt x="4254499" y="1577466"/>
                  </a:lnTo>
                  <a:lnTo>
                    <a:pt x="4292599" y="1610388"/>
                  </a:lnTo>
                  <a:lnTo>
                    <a:pt x="4368799" y="1677090"/>
                  </a:lnTo>
                  <a:lnTo>
                    <a:pt x="4444999" y="1744925"/>
                  </a:lnTo>
                  <a:lnTo>
                    <a:pt x="4521199" y="1813879"/>
                  </a:lnTo>
                  <a:lnTo>
                    <a:pt x="4597399" y="1883940"/>
                  </a:lnTo>
                  <a:lnTo>
                    <a:pt x="4622799" y="1919380"/>
                  </a:lnTo>
                  <a:lnTo>
                    <a:pt x="4660899" y="1955093"/>
                  </a:lnTo>
                  <a:lnTo>
                    <a:pt x="4737099" y="2027325"/>
                  </a:lnTo>
                  <a:lnTo>
                    <a:pt x="4762499" y="2063841"/>
                  </a:lnTo>
                  <a:lnTo>
                    <a:pt x="4838699" y="2137667"/>
                  </a:lnTo>
                  <a:lnTo>
                    <a:pt x="4864099" y="2174972"/>
                  </a:lnTo>
                  <a:lnTo>
                    <a:pt x="4940299" y="2250360"/>
                  </a:lnTo>
                  <a:lnTo>
                    <a:pt x="4965699" y="2288440"/>
                  </a:lnTo>
                  <a:lnTo>
                    <a:pt x="5003799" y="2326774"/>
                  </a:lnTo>
                  <a:lnTo>
                    <a:pt x="5029199" y="2365360"/>
                  </a:lnTo>
                  <a:lnTo>
                    <a:pt x="5067299" y="2404198"/>
                  </a:lnTo>
                  <a:lnTo>
                    <a:pt x="5092699" y="2443286"/>
                  </a:lnTo>
                  <a:lnTo>
                    <a:pt x="5130799" y="2482621"/>
                  </a:lnTo>
                  <a:lnTo>
                    <a:pt x="5156199" y="2522203"/>
                  </a:lnTo>
                  <a:lnTo>
                    <a:pt x="5194299" y="2562029"/>
                  </a:lnTo>
                  <a:lnTo>
                    <a:pt x="5219699" y="2602098"/>
                  </a:lnTo>
                  <a:lnTo>
                    <a:pt x="5257799" y="2642407"/>
                  </a:lnTo>
                  <a:lnTo>
                    <a:pt x="5308599" y="2723744"/>
                  </a:lnTo>
                  <a:lnTo>
                    <a:pt x="5346699" y="2764767"/>
                  </a:lnTo>
                  <a:lnTo>
                    <a:pt x="5422899" y="2889235"/>
                  </a:lnTo>
                  <a:lnTo>
                    <a:pt x="5460999" y="2931185"/>
                  </a:lnTo>
                  <a:lnTo>
                    <a:pt x="5537199" y="3058395"/>
                  </a:lnTo>
                  <a:lnTo>
                    <a:pt x="5689599" y="3318777"/>
                  </a:lnTo>
                  <a:lnTo>
                    <a:pt x="5867399" y="3632195"/>
                  </a:lnTo>
                  <a:lnTo>
                    <a:pt x="5880099" y="3677785"/>
                  </a:lnTo>
                  <a:lnTo>
                    <a:pt x="5956299" y="3815742"/>
                  </a:lnTo>
                  <a:lnTo>
                    <a:pt x="5968999" y="3862117"/>
                  </a:lnTo>
                  <a:lnTo>
                    <a:pt x="5994399" y="3908685"/>
                  </a:lnTo>
                  <a:lnTo>
                    <a:pt x="6007099" y="3955443"/>
                  </a:lnTo>
                  <a:lnTo>
                    <a:pt x="6057899" y="4049525"/>
                  </a:lnTo>
                  <a:lnTo>
                    <a:pt x="6070599" y="4096844"/>
                  </a:lnTo>
                  <a:lnTo>
                    <a:pt x="6095999" y="4144348"/>
                  </a:lnTo>
                  <a:lnTo>
                    <a:pt x="6121399" y="4239899"/>
                  </a:lnTo>
                  <a:lnTo>
                    <a:pt x="6146799" y="4287943"/>
                  </a:lnTo>
                  <a:lnTo>
                    <a:pt x="6159499" y="4336165"/>
                  </a:lnTo>
                  <a:lnTo>
                    <a:pt x="6184899" y="4384562"/>
                  </a:lnTo>
                  <a:lnTo>
                    <a:pt x="6210299" y="4481874"/>
                  </a:lnTo>
                  <a:lnTo>
                    <a:pt x="6235699" y="4530787"/>
                  </a:lnTo>
                  <a:lnTo>
                    <a:pt x="6311899" y="4827743"/>
                  </a:lnTo>
                  <a:lnTo>
                    <a:pt x="6337299" y="4877801"/>
                  </a:lnTo>
                  <a:lnTo>
                    <a:pt x="6375399" y="5028906"/>
                  </a:lnTo>
                  <a:lnTo>
                    <a:pt x="6375399" y="5079580"/>
                  </a:lnTo>
                  <a:lnTo>
                    <a:pt x="6438899" y="5335167"/>
                  </a:lnTo>
                  <a:lnTo>
                    <a:pt x="6438899" y="5386716"/>
                  </a:lnTo>
                  <a:lnTo>
                    <a:pt x="6464299" y="5490232"/>
                  </a:lnTo>
                  <a:lnTo>
                    <a:pt x="6464299" y="5542195"/>
                  </a:lnTo>
                  <a:lnTo>
                    <a:pt x="6489699" y="5646525"/>
                  </a:lnTo>
                  <a:lnTo>
                    <a:pt x="6489699" y="5698888"/>
                  </a:lnTo>
                  <a:lnTo>
                    <a:pt x="6502399" y="5751381"/>
                  </a:lnTo>
                  <a:lnTo>
                    <a:pt x="6502399" y="5804002"/>
                  </a:lnTo>
                  <a:lnTo>
                    <a:pt x="6515099" y="5856749"/>
                  </a:lnTo>
                  <a:lnTo>
                    <a:pt x="6515099" y="5962616"/>
                  </a:lnTo>
                  <a:lnTo>
                    <a:pt x="6527799" y="6015732"/>
                  </a:lnTo>
                  <a:lnTo>
                    <a:pt x="6527799" y="6122322"/>
                  </a:lnTo>
                  <a:lnTo>
                    <a:pt x="6540499" y="6175793"/>
                  </a:lnTo>
                  <a:lnTo>
                    <a:pt x="6540499" y="6464076"/>
                  </a:lnTo>
                  <a:lnTo>
                    <a:pt x="3632199" y="6464076"/>
                  </a:lnTo>
                  <a:lnTo>
                    <a:pt x="3632199" y="6408173"/>
                  </a:lnTo>
                  <a:lnTo>
                    <a:pt x="3619499" y="6360146"/>
                  </a:lnTo>
                  <a:lnTo>
                    <a:pt x="3619499" y="6217065"/>
                  </a:lnTo>
                  <a:lnTo>
                    <a:pt x="3606799" y="6169718"/>
                  </a:lnTo>
                  <a:lnTo>
                    <a:pt x="3606799" y="6122550"/>
                  </a:lnTo>
                  <a:lnTo>
                    <a:pt x="3594099" y="6075566"/>
                  </a:lnTo>
                  <a:lnTo>
                    <a:pt x="3594099" y="6028770"/>
                  </a:lnTo>
                  <a:lnTo>
                    <a:pt x="3581399" y="5982165"/>
                  </a:lnTo>
                  <a:lnTo>
                    <a:pt x="3581399" y="5935755"/>
                  </a:lnTo>
                  <a:lnTo>
                    <a:pt x="3555999" y="5843538"/>
                  </a:lnTo>
                  <a:lnTo>
                    <a:pt x="3555999" y="5797739"/>
                  </a:lnTo>
                  <a:lnTo>
                    <a:pt x="3416299" y="5308740"/>
                  </a:lnTo>
                  <a:lnTo>
                    <a:pt x="3390899" y="5265733"/>
                  </a:lnTo>
                  <a:lnTo>
                    <a:pt x="3365499" y="5180497"/>
                  </a:lnTo>
                  <a:lnTo>
                    <a:pt x="3340099" y="5138276"/>
                  </a:lnTo>
                  <a:lnTo>
                    <a:pt x="3327399" y="5096326"/>
                  </a:lnTo>
                  <a:lnTo>
                    <a:pt x="3301999" y="5054649"/>
                  </a:lnTo>
                  <a:lnTo>
                    <a:pt x="3289299" y="5013250"/>
                  </a:lnTo>
                  <a:lnTo>
                    <a:pt x="3263899" y="4972133"/>
                  </a:lnTo>
                  <a:lnTo>
                    <a:pt x="3251199" y="4931302"/>
                  </a:lnTo>
                  <a:lnTo>
                    <a:pt x="3225799" y="4890760"/>
                  </a:lnTo>
                  <a:lnTo>
                    <a:pt x="3213099" y="4850512"/>
                  </a:lnTo>
                  <a:lnTo>
                    <a:pt x="3136899" y="4731568"/>
                  </a:lnTo>
                  <a:lnTo>
                    <a:pt x="3111499" y="4692533"/>
                  </a:lnTo>
                  <a:lnTo>
                    <a:pt x="3098799" y="4653812"/>
                  </a:lnTo>
                  <a:lnTo>
                    <a:pt x="3022599" y="4539565"/>
                  </a:lnTo>
                  <a:lnTo>
                    <a:pt x="2946399" y="4428279"/>
                  </a:lnTo>
                  <a:lnTo>
                    <a:pt x="2895599" y="4355785"/>
                  </a:lnTo>
                  <a:lnTo>
                    <a:pt x="2857499" y="4320059"/>
                  </a:lnTo>
                  <a:lnTo>
                    <a:pt x="2806699" y="4249668"/>
                  </a:lnTo>
                  <a:lnTo>
                    <a:pt x="2781299" y="4215011"/>
                  </a:lnTo>
                  <a:lnTo>
                    <a:pt x="2743199" y="4180718"/>
                  </a:lnTo>
                  <a:lnTo>
                    <a:pt x="2692399" y="4113241"/>
                  </a:lnTo>
                  <a:lnTo>
                    <a:pt x="2654299" y="4080064"/>
                  </a:lnTo>
                  <a:lnTo>
                    <a:pt x="2628899" y="4047267"/>
                  </a:lnTo>
                  <a:lnTo>
                    <a:pt x="2590799" y="4014855"/>
                  </a:lnTo>
                  <a:lnTo>
                    <a:pt x="2565399" y="3982829"/>
                  </a:lnTo>
                  <a:lnTo>
                    <a:pt x="2527299" y="3951196"/>
                  </a:lnTo>
                  <a:lnTo>
                    <a:pt x="2501899" y="3919958"/>
                  </a:lnTo>
                  <a:lnTo>
                    <a:pt x="2463799" y="3889120"/>
                  </a:lnTo>
                  <a:lnTo>
                    <a:pt x="2438399" y="3858685"/>
                  </a:lnTo>
                  <a:lnTo>
                    <a:pt x="2400299" y="3828658"/>
                  </a:lnTo>
                  <a:lnTo>
                    <a:pt x="2362199" y="3799042"/>
                  </a:lnTo>
                  <a:lnTo>
                    <a:pt x="2336799" y="3769841"/>
                  </a:lnTo>
                  <a:lnTo>
                    <a:pt x="2298699" y="3741059"/>
                  </a:lnTo>
                  <a:lnTo>
                    <a:pt x="2260599" y="3712701"/>
                  </a:lnTo>
                  <a:lnTo>
                    <a:pt x="2222499" y="3684769"/>
                  </a:lnTo>
                  <a:lnTo>
                    <a:pt x="2197099" y="3657269"/>
                  </a:lnTo>
                  <a:lnTo>
                    <a:pt x="2158999" y="3630203"/>
                  </a:lnTo>
                  <a:lnTo>
                    <a:pt x="2120899" y="3603576"/>
                  </a:lnTo>
                  <a:lnTo>
                    <a:pt x="2082799" y="3577392"/>
                  </a:lnTo>
                  <a:lnTo>
                    <a:pt x="2044699" y="3551655"/>
                  </a:lnTo>
                  <a:lnTo>
                    <a:pt x="2006599" y="3526368"/>
                  </a:lnTo>
                  <a:lnTo>
                    <a:pt x="1968499" y="3501535"/>
                  </a:lnTo>
                  <a:lnTo>
                    <a:pt x="1930399" y="3477161"/>
                  </a:lnTo>
                  <a:lnTo>
                    <a:pt x="1892299" y="3453250"/>
                  </a:lnTo>
                  <a:lnTo>
                    <a:pt x="1854199" y="3429804"/>
                  </a:lnTo>
                  <a:lnTo>
                    <a:pt x="1816099" y="3406829"/>
                  </a:lnTo>
                  <a:lnTo>
                    <a:pt x="1777999" y="3384328"/>
                  </a:lnTo>
                  <a:lnTo>
                    <a:pt x="1739899" y="3362305"/>
                  </a:lnTo>
                  <a:lnTo>
                    <a:pt x="1701799" y="3340764"/>
                  </a:lnTo>
                  <a:lnTo>
                    <a:pt x="1650999" y="3319709"/>
                  </a:lnTo>
                  <a:lnTo>
                    <a:pt x="1612899" y="3299144"/>
                  </a:lnTo>
                  <a:lnTo>
                    <a:pt x="1574799" y="3279072"/>
                  </a:lnTo>
                  <a:lnTo>
                    <a:pt x="1536699" y="3259498"/>
                  </a:lnTo>
                  <a:lnTo>
                    <a:pt x="1498599" y="3240426"/>
                  </a:lnTo>
                  <a:lnTo>
                    <a:pt x="1447799" y="3221860"/>
                  </a:lnTo>
                  <a:lnTo>
                    <a:pt x="1409699" y="3203802"/>
                  </a:lnTo>
                  <a:lnTo>
                    <a:pt x="1371599" y="3186259"/>
                  </a:lnTo>
                  <a:lnTo>
                    <a:pt x="1320799" y="3169232"/>
                  </a:lnTo>
                  <a:lnTo>
                    <a:pt x="1282699" y="3152727"/>
                  </a:lnTo>
                  <a:lnTo>
                    <a:pt x="1244599" y="3136747"/>
                  </a:lnTo>
                  <a:lnTo>
                    <a:pt x="1193799" y="3121296"/>
                  </a:lnTo>
                  <a:lnTo>
                    <a:pt x="1155699" y="3106378"/>
                  </a:lnTo>
                  <a:lnTo>
                    <a:pt x="1104899" y="3091997"/>
                  </a:lnTo>
                  <a:lnTo>
                    <a:pt x="1066799" y="3078157"/>
                  </a:lnTo>
                  <a:lnTo>
                    <a:pt x="1015999" y="3064861"/>
                  </a:lnTo>
                  <a:lnTo>
                    <a:pt x="977899" y="3052114"/>
                  </a:lnTo>
                  <a:lnTo>
                    <a:pt x="927099" y="3039920"/>
                  </a:lnTo>
                  <a:lnTo>
                    <a:pt x="888999" y="3028283"/>
                  </a:lnTo>
                  <a:lnTo>
                    <a:pt x="838199" y="3017206"/>
                  </a:lnTo>
                  <a:lnTo>
                    <a:pt x="800099" y="3006693"/>
                  </a:lnTo>
                  <a:lnTo>
                    <a:pt x="749299" y="2996749"/>
                  </a:lnTo>
                  <a:lnTo>
                    <a:pt x="698499" y="2987377"/>
                  </a:lnTo>
                  <a:lnTo>
                    <a:pt x="660399" y="2978581"/>
                  </a:lnTo>
                  <a:lnTo>
                    <a:pt x="609599" y="2970366"/>
                  </a:lnTo>
                  <a:lnTo>
                    <a:pt x="571499" y="2962734"/>
                  </a:lnTo>
                  <a:lnTo>
                    <a:pt x="520699" y="2955691"/>
                  </a:lnTo>
                  <a:lnTo>
                    <a:pt x="469899" y="2949239"/>
                  </a:lnTo>
                  <a:lnTo>
                    <a:pt x="419099" y="2943383"/>
                  </a:lnTo>
                  <a:lnTo>
                    <a:pt x="380999" y="2938127"/>
                  </a:lnTo>
                  <a:lnTo>
                    <a:pt x="330199" y="2933474"/>
                  </a:lnTo>
                  <a:lnTo>
                    <a:pt x="279399" y="2929429"/>
                  </a:lnTo>
                  <a:lnTo>
                    <a:pt x="241299" y="2925996"/>
                  </a:lnTo>
                  <a:lnTo>
                    <a:pt x="190499" y="2923178"/>
                  </a:lnTo>
                  <a:lnTo>
                    <a:pt x="139699" y="2920979"/>
                  </a:lnTo>
                  <a:lnTo>
                    <a:pt x="88899" y="2919404"/>
                  </a:lnTo>
                  <a:lnTo>
                    <a:pt x="38099" y="2918456"/>
                  </a:lnTo>
                  <a:lnTo>
                    <a:pt x="0" y="2918139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2" name="Google Shape;902;p49"/>
          <p:cNvSpPr txBox="1"/>
          <p:nvPr>
            <p:ph type="title"/>
          </p:nvPr>
        </p:nvSpPr>
        <p:spPr>
          <a:xfrm>
            <a:off x="508000" y="1238200"/>
            <a:ext cx="36114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id" sz="48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sz="4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03" name="Google Shape;903;p49"/>
          <p:cNvSpPr/>
          <p:nvPr/>
        </p:nvSpPr>
        <p:spPr>
          <a:xfrm>
            <a:off x="0" y="3"/>
            <a:ext cx="843000" cy="819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